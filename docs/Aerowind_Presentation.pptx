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0" r:id="rId4"/>
  </p:sldMasterIdLst>
  <p:notesMasterIdLst>
    <p:notesMasterId r:id="rId20"/>
  </p:notesMasterIdLst>
  <p:sldIdLst>
    <p:sldId id="332" r:id="rId5"/>
    <p:sldId id="329" r:id="rId6"/>
    <p:sldId id="345" r:id="rId7"/>
    <p:sldId id="340" r:id="rId8"/>
    <p:sldId id="341" r:id="rId9"/>
    <p:sldId id="334" r:id="rId10"/>
    <p:sldId id="335" r:id="rId11"/>
    <p:sldId id="346" r:id="rId12"/>
    <p:sldId id="347" r:id="rId13"/>
    <p:sldId id="350" r:id="rId14"/>
    <p:sldId id="351" r:id="rId15"/>
    <p:sldId id="352" r:id="rId16"/>
    <p:sldId id="353" r:id="rId17"/>
    <p:sldId id="338" r:id="rId18"/>
    <p:sldId id="339" r:id="rId19"/>
  </p:sldIdLst>
  <p:sldSz cx="24382413"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5A93"/>
    <a:srgbClr val="DEE6EE"/>
    <a:srgbClr val="BDCDDD"/>
    <a:srgbClr val="DDC11B"/>
    <a:srgbClr val="4E901E"/>
    <a:srgbClr val="FF9811"/>
    <a:srgbClr val="FDFCF9"/>
    <a:srgbClr val="FAF8F4"/>
    <a:srgbClr val="FFFFFF"/>
    <a:srgbClr val="33CD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060" autoAdjust="0"/>
    <p:restoredTop sz="96327"/>
  </p:normalViewPr>
  <p:slideViewPr>
    <p:cSldViewPr snapToGrid="0" snapToObjects="1">
      <p:cViewPr varScale="1">
        <p:scale>
          <a:sx n="62" d="100"/>
          <a:sy n="62" d="100"/>
        </p:scale>
        <p:origin x="760" y="216"/>
      </p:cViewPr>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amela Dego" userId="1668acb1-fd17-4c55-9898-11b4bdf58e06" providerId="ADAL" clId="{D6981E8B-4BC7-406B-A10C-6534DA5B9B7C}"/>
    <pc:docChg chg="undo redo custSel addSld delSld modSld sldOrd">
      <pc:chgData name="Diamela Dego" userId="1668acb1-fd17-4c55-9898-11b4bdf58e06" providerId="ADAL" clId="{D6981E8B-4BC7-406B-A10C-6534DA5B9B7C}" dt="2025-12-13T19:04:21.768" v="16098" actId="1036"/>
      <pc:docMkLst>
        <pc:docMk/>
      </pc:docMkLst>
      <pc:sldChg chg="addSp delSp modSp mod">
        <pc:chgData name="Diamela Dego" userId="1668acb1-fd17-4c55-9898-11b4bdf58e06" providerId="ADAL" clId="{D6981E8B-4BC7-406B-A10C-6534DA5B9B7C}" dt="2025-12-13T17:06:55.380" v="12597" actId="1035"/>
        <pc:sldMkLst>
          <pc:docMk/>
          <pc:sldMk cId="334907620" sldId="329"/>
        </pc:sldMkLst>
        <pc:spChg chg="mod">
          <ac:chgData name="Diamela Dego" userId="1668acb1-fd17-4c55-9898-11b4bdf58e06" providerId="ADAL" clId="{D6981E8B-4BC7-406B-A10C-6534DA5B9B7C}" dt="2025-12-13T17:06:55.380" v="12597" actId="1035"/>
          <ac:spMkLst>
            <pc:docMk/>
            <pc:sldMk cId="334907620" sldId="329"/>
            <ac:spMk id="8" creationId="{41BCC15B-BC70-8D47-8BCA-421138E08B66}"/>
          </ac:spMkLst>
        </pc:spChg>
        <pc:spChg chg="mod">
          <ac:chgData name="Diamela Dego" userId="1668acb1-fd17-4c55-9898-11b4bdf58e06" providerId="ADAL" clId="{D6981E8B-4BC7-406B-A10C-6534DA5B9B7C}" dt="2025-12-13T17:06:52.743" v="12594" actId="1038"/>
          <ac:spMkLst>
            <pc:docMk/>
            <pc:sldMk cId="334907620" sldId="329"/>
            <ac:spMk id="15" creationId="{CAEFA973-BBA3-A845-8F0A-86BAD121D47C}"/>
          </ac:spMkLst>
        </pc:spChg>
      </pc:sldChg>
      <pc:sldChg chg="addSp delSp modSp add mod addAnim delAnim modAnim">
        <pc:chgData name="Diamela Dego" userId="1668acb1-fd17-4c55-9898-11b4bdf58e06" providerId="ADAL" clId="{D6981E8B-4BC7-406B-A10C-6534DA5B9B7C}" dt="2025-12-13T18:58:02.622" v="15986" actId="1036"/>
        <pc:sldMkLst>
          <pc:docMk/>
          <pc:sldMk cId="2183089271" sldId="334"/>
        </pc:sldMkLst>
        <pc:spChg chg="add mod">
          <ac:chgData name="Diamela Dego" userId="1668acb1-fd17-4c55-9898-11b4bdf58e06" providerId="ADAL" clId="{D6981E8B-4BC7-406B-A10C-6534DA5B9B7C}" dt="2025-12-13T15:30:26.990" v="10564" actId="20577"/>
          <ac:spMkLst>
            <pc:docMk/>
            <pc:sldMk cId="2183089271" sldId="334"/>
            <ac:spMk id="8" creationId="{718ED53C-5EB0-A151-5320-FDC13B5021A3}"/>
          </ac:spMkLst>
        </pc:spChg>
        <pc:spChg chg="add mod">
          <ac:chgData name="Diamela Dego" userId="1668acb1-fd17-4c55-9898-11b4bdf58e06" providerId="ADAL" clId="{D6981E8B-4BC7-406B-A10C-6534DA5B9B7C}" dt="2025-12-13T18:57:10.155" v="15963" actId="404"/>
          <ac:spMkLst>
            <pc:docMk/>
            <pc:sldMk cId="2183089271" sldId="334"/>
            <ac:spMk id="9" creationId="{CD85E8B5-189D-A50D-8CDB-514FC77387F1}"/>
          </ac:spMkLst>
        </pc:spChg>
        <pc:spChg chg="add mod">
          <ac:chgData name="Diamela Dego" userId="1668acb1-fd17-4c55-9898-11b4bdf58e06" providerId="ADAL" clId="{D6981E8B-4BC7-406B-A10C-6534DA5B9B7C}" dt="2025-12-13T18:57:38.224" v="15982"/>
          <ac:spMkLst>
            <pc:docMk/>
            <pc:sldMk cId="2183089271" sldId="334"/>
            <ac:spMk id="11" creationId="{05B73ECF-82CD-979C-379E-DD7ECA57C275}"/>
          </ac:spMkLst>
        </pc:spChg>
        <pc:spChg chg="add del mod ord">
          <ac:chgData name="Diamela Dego" userId="1668acb1-fd17-4c55-9898-11b4bdf58e06" providerId="ADAL" clId="{D6981E8B-4BC7-406B-A10C-6534DA5B9B7C}" dt="2025-12-13T15:10:01.803" v="10077" actId="1038"/>
          <ac:spMkLst>
            <pc:docMk/>
            <pc:sldMk cId="2183089271" sldId="334"/>
            <ac:spMk id="22" creationId="{C5307E46-564F-4D05-427A-CE123F630B03}"/>
          </ac:spMkLst>
        </pc:spChg>
        <pc:spChg chg="add mod">
          <ac:chgData name="Diamela Dego" userId="1668acb1-fd17-4c55-9898-11b4bdf58e06" providerId="ADAL" clId="{D6981E8B-4BC7-406B-A10C-6534DA5B9B7C}" dt="2025-12-13T15:26:53.486" v="10484" actId="20577"/>
          <ac:spMkLst>
            <pc:docMk/>
            <pc:sldMk cId="2183089271" sldId="334"/>
            <ac:spMk id="34" creationId="{AFB8EA6F-3510-2895-4258-5B0FDD69C0E9}"/>
          </ac:spMkLst>
        </pc:spChg>
        <pc:spChg chg="add mod">
          <ac:chgData name="Diamela Dego" userId="1668acb1-fd17-4c55-9898-11b4bdf58e06" providerId="ADAL" clId="{D6981E8B-4BC7-406B-A10C-6534DA5B9B7C}" dt="2025-12-13T15:26:48.198" v="10481" actId="20577"/>
          <ac:spMkLst>
            <pc:docMk/>
            <pc:sldMk cId="2183089271" sldId="334"/>
            <ac:spMk id="40" creationId="{D5F2E853-1BB8-60AB-C05D-CCC303D0A464}"/>
          </ac:spMkLst>
        </pc:spChg>
        <pc:spChg chg="add mod">
          <ac:chgData name="Diamela Dego" userId="1668acb1-fd17-4c55-9898-11b4bdf58e06" providerId="ADAL" clId="{D6981E8B-4BC7-406B-A10C-6534DA5B9B7C}" dt="2025-12-13T18:58:02.622" v="15986" actId="1036"/>
          <ac:spMkLst>
            <pc:docMk/>
            <pc:sldMk cId="2183089271" sldId="334"/>
            <ac:spMk id="41" creationId="{2D780031-F08C-DB5C-3048-325BB2FC28B8}"/>
          </ac:spMkLst>
        </pc:spChg>
        <pc:spChg chg="add mod">
          <ac:chgData name="Diamela Dego" userId="1668acb1-fd17-4c55-9898-11b4bdf58e06" providerId="ADAL" clId="{D6981E8B-4BC7-406B-A10C-6534DA5B9B7C}" dt="2025-12-13T18:58:02.622" v="15986" actId="1036"/>
          <ac:spMkLst>
            <pc:docMk/>
            <pc:sldMk cId="2183089271" sldId="334"/>
            <ac:spMk id="42" creationId="{A0DC30DB-6474-7B31-2064-C04ABBC43174}"/>
          </ac:spMkLst>
        </pc:spChg>
        <pc:spChg chg="add mod">
          <ac:chgData name="Diamela Dego" userId="1668acb1-fd17-4c55-9898-11b4bdf58e06" providerId="ADAL" clId="{D6981E8B-4BC7-406B-A10C-6534DA5B9B7C}" dt="2025-12-13T18:58:02.622" v="15986" actId="1036"/>
          <ac:spMkLst>
            <pc:docMk/>
            <pc:sldMk cId="2183089271" sldId="334"/>
            <ac:spMk id="43" creationId="{4BE066C5-FC50-06D2-B01B-EC1DDD26A5B1}"/>
          </ac:spMkLst>
        </pc:spChg>
        <pc:spChg chg="add mod">
          <ac:chgData name="Diamela Dego" userId="1668acb1-fd17-4c55-9898-11b4bdf58e06" providerId="ADAL" clId="{D6981E8B-4BC7-406B-A10C-6534DA5B9B7C}" dt="2025-12-13T18:58:02.622" v="15986" actId="1036"/>
          <ac:spMkLst>
            <pc:docMk/>
            <pc:sldMk cId="2183089271" sldId="334"/>
            <ac:spMk id="44" creationId="{743BD4C0-A81D-A26F-F44D-5665788D2F9F}"/>
          </ac:spMkLst>
        </pc:spChg>
        <pc:spChg chg="add mod">
          <ac:chgData name="Diamela Dego" userId="1668acb1-fd17-4c55-9898-11b4bdf58e06" providerId="ADAL" clId="{D6981E8B-4BC7-406B-A10C-6534DA5B9B7C}" dt="2025-12-13T18:58:02.622" v="15986" actId="1036"/>
          <ac:spMkLst>
            <pc:docMk/>
            <pc:sldMk cId="2183089271" sldId="334"/>
            <ac:spMk id="45" creationId="{71CCC618-C04F-8E9C-D70B-87A00A293636}"/>
          </ac:spMkLst>
        </pc:spChg>
        <pc:spChg chg="add mod">
          <ac:chgData name="Diamela Dego" userId="1668acb1-fd17-4c55-9898-11b4bdf58e06" providerId="ADAL" clId="{D6981E8B-4BC7-406B-A10C-6534DA5B9B7C}" dt="2025-12-13T18:58:02.622" v="15986" actId="1036"/>
          <ac:spMkLst>
            <pc:docMk/>
            <pc:sldMk cId="2183089271" sldId="334"/>
            <ac:spMk id="46" creationId="{C26941EA-160C-4F48-EE7E-DB11D96A3740}"/>
          </ac:spMkLst>
        </pc:spChg>
        <pc:spChg chg="add mod">
          <ac:chgData name="Diamela Dego" userId="1668acb1-fd17-4c55-9898-11b4bdf58e06" providerId="ADAL" clId="{D6981E8B-4BC7-406B-A10C-6534DA5B9B7C}" dt="2025-12-13T15:26:30.731" v="10453" actId="20577"/>
          <ac:spMkLst>
            <pc:docMk/>
            <pc:sldMk cId="2183089271" sldId="334"/>
            <ac:spMk id="47" creationId="{1E142CA6-E95D-6B41-4889-EF16E0657B0D}"/>
          </ac:spMkLst>
        </pc:spChg>
        <pc:spChg chg="add mod">
          <ac:chgData name="Diamela Dego" userId="1668acb1-fd17-4c55-9898-11b4bdf58e06" providerId="ADAL" clId="{D6981E8B-4BC7-406B-A10C-6534DA5B9B7C}" dt="2025-12-13T18:56:29.639" v="15960" actId="1076"/>
          <ac:spMkLst>
            <pc:docMk/>
            <pc:sldMk cId="2183089271" sldId="334"/>
            <ac:spMk id="54" creationId="{A5DCE05C-8C11-B76B-3192-D079CFFEE870}"/>
          </ac:spMkLst>
        </pc:spChg>
        <pc:grpChg chg="add mod">
          <ac:chgData name="Diamela Dego" userId="1668acb1-fd17-4c55-9898-11b4bdf58e06" providerId="ADAL" clId="{D6981E8B-4BC7-406B-A10C-6534DA5B9B7C}" dt="2025-12-13T15:11:41.489" v="10195" actId="1038"/>
          <ac:grpSpMkLst>
            <pc:docMk/>
            <pc:sldMk cId="2183089271" sldId="334"/>
            <ac:grpSpMk id="39" creationId="{32A41864-A5BD-DDA1-B085-27D5F73E043D}"/>
          </ac:grpSpMkLst>
        </pc:grpChg>
        <pc:picChg chg="add mod">
          <ac:chgData name="Diamela Dego" userId="1668acb1-fd17-4c55-9898-11b4bdf58e06" providerId="ADAL" clId="{D6981E8B-4BC7-406B-A10C-6534DA5B9B7C}" dt="2025-12-13T15:11:53.285" v="10218" actId="1038"/>
          <ac:picMkLst>
            <pc:docMk/>
            <pc:sldMk cId="2183089271" sldId="334"/>
            <ac:picMk id="3" creationId="{401C849F-ABA4-46B0-04D5-C667B6F260DF}"/>
          </ac:picMkLst>
        </pc:picChg>
        <pc:picChg chg="add mod">
          <ac:chgData name="Diamela Dego" userId="1668acb1-fd17-4c55-9898-11b4bdf58e06" providerId="ADAL" clId="{D6981E8B-4BC7-406B-A10C-6534DA5B9B7C}" dt="2025-12-13T15:11:54.607" v="10223" actId="1038"/>
          <ac:picMkLst>
            <pc:docMk/>
            <pc:sldMk cId="2183089271" sldId="334"/>
            <ac:picMk id="7" creationId="{6526E7D8-C679-AF73-D5F1-F9F40952FFAD}"/>
          </ac:picMkLst>
        </pc:picChg>
        <pc:picChg chg="add mod">
          <ac:chgData name="Diamela Dego" userId="1668acb1-fd17-4c55-9898-11b4bdf58e06" providerId="ADAL" clId="{D6981E8B-4BC7-406B-A10C-6534DA5B9B7C}" dt="2025-12-13T15:12:50.355" v="10250" actId="1038"/>
          <ac:picMkLst>
            <pc:docMk/>
            <pc:sldMk cId="2183089271" sldId="334"/>
            <ac:picMk id="12" creationId="{ACA8F1DE-16FD-9E1B-1E5C-A0300DEF28F0}"/>
          </ac:picMkLst>
        </pc:picChg>
        <pc:picChg chg="add mod">
          <ac:chgData name="Diamela Dego" userId="1668acb1-fd17-4c55-9898-11b4bdf58e06" providerId="ADAL" clId="{D6981E8B-4BC7-406B-A10C-6534DA5B9B7C}" dt="2025-12-13T15:11:55.819" v="10228" actId="1038"/>
          <ac:picMkLst>
            <pc:docMk/>
            <pc:sldMk cId="2183089271" sldId="334"/>
            <ac:picMk id="15" creationId="{41625088-1844-DA47-82C4-9DD92502A6DD}"/>
          </ac:picMkLst>
        </pc:picChg>
        <pc:picChg chg="add mod">
          <ac:chgData name="Diamela Dego" userId="1668acb1-fd17-4c55-9898-11b4bdf58e06" providerId="ADAL" clId="{D6981E8B-4BC7-406B-A10C-6534DA5B9B7C}" dt="2025-12-13T15:11:41.489" v="10195" actId="1038"/>
          <ac:picMkLst>
            <pc:docMk/>
            <pc:sldMk cId="2183089271" sldId="334"/>
            <ac:picMk id="35" creationId="{96B0EBF8-4DF7-F42F-6FCB-EF0313DB9E2A}"/>
          </ac:picMkLst>
        </pc:picChg>
        <pc:picChg chg="add mod">
          <ac:chgData name="Diamela Dego" userId="1668acb1-fd17-4c55-9898-11b4bdf58e06" providerId="ADAL" clId="{D6981E8B-4BC7-406B-A10C-6534DA5B9B7C}" dt="2025-12-13T15:11:41.489" v="10195" actId="1038"/>
          <ac:picMkLst>
            <pc:docMk/>
            <pc:sldMk cId="2183089271" sldId="334"/>
            <ac:picMk id="36" creationId="{D0801D67-BA97-93DC-2E4B-2C7D7403853C}"/>
          </ac:picMkLst>
        </pc:picChg>
        <pc:picChg chg="add mod">
          <ac:chgData name="Diamela Dego" userId="1668acb1-fd17-4c55-9898-11b4bdf58e06" providerId="ADAL" clId="{D6981E8B-4BC7-406B-A10C-6534DA5B9B7C}" dt="2025-12-13T15:11:41.489" v="10195" actId="1038"/>
          <ac:picMkLst>
            <pc:docMk/>
            <pc:sldMk cId="2183089271" sldId="334"/>
            <ac:picMk id="37" creationId="{DACC6C5F-E81C-E490-E258-81FBDCCDB6E1}"/>
          </ac:picMkLst>
        </pc:picChg>
        <pc:picChg chg="add mod">
          <ac:chgData name="Diamela Dego" userId="1668acb1-fd17-4c55-9898-11b4bdf58e06" providerId="ADAL" clId="{D6981E8B-4BC7-406B-A10C-6534DA5B9B7C}" dt="2025-12-13T15:11:41.489" v="10195" actId="1038"/>
          <ac:picMkLst>
            <pc:docMk/>
            <pc:sldMk cId="2183089271" sldId="334"/>
            <ac:picMk id="38" creationId="{1C421FEE-1A08-D607-1E38-B212F10BA847}"/>
          </ac:picMkLst>
        </pc:picChg>
        <pc:picChg chg="add mod">
          <ac:chgData name="Diamela Dego" userId="1668acb1-fd17-4c55-9898-11b4bdf58e06" providerId="ADAL" clId="{D6981E8B-4BC7-406B-A10C-6534DA5B9B7C}" dt="2025-12-13T15:11:41.489" v="10195" actId="1038"/>
          <ac:picMkLst>
            <pc:docMk/>
            <pc:sldMk cId="2183089271" sldId="334"/>
            <ac:picMk id="1040" creationId="{4F1EEC54-BFF0-E72F-449F-3581A1432EF7}"/>
          </ac:picMkLst>
        </pc:picChg>
      </pc:sldChg>
      <pc:sldChg chg="addSp delSp modSp add mod modAnim">
        <pc:chgData name="Diamela Dego" userId="1668acb1-fd17-4c55-9898-11b4bdf58e06" providerId="ADAL" clId="{D6981E8B-4BC7-406B-A10C-6534DA5B9B7C}" dt="2025-12-13T15:56:24.502" v="11265" actId="21"/>
        <pc:sldMkLst>
          <pc:docMk/>
          <pc:sldMk cId="226740574" sldId="335"/>
        </pc:sldMkLst>
        <pc:spChg chg="add mod">
          <ac:chgData name="Diamela Dego" userId="1668acb1-fd17-4c55-9898-11b4bdf58e06" providerId="ADAL" clId="{D6981E8B-4BC7-406B-A10C-6534DA5B9B7C}" dt="2025-12-13T05:38:33.125" v="8228" actId="1076"/>
          <ac:spMkLst>
            <pc:docMk/>
            <pc:sldMk cId="226740574" sldId="335"/>
            <ac:spMk id="4" creationId="{C3388285-44D1-0D25-1580-E9036B77923B}"/>
          </ac:spMkLst>
        </pc:spChg>
        <pc:spChg chg="add del mod">
          <ac:chgData name="Diamela Dego" userId="1668acb1-fd17-4c55-9898-11b4bdf58e06" providerId="ADAL" clId="{D6981E8B-4BC7-406B-A10C-6534DA5B9B7C}" dt="2025-12-13T15:30:34.248" v="10575" actId="20577"/>
          <ac:spMkLst>
            <pc:docMk/>
            <pc:sldMk cId="226740574" sldId="335"/>
            <ac:spMk id="6" creationId="{1B2A39B3-C51A-2597-1F0B-531AD71A249A}"/>
          </ac:spMkLst>
        </pc:spChg>
        <pc:spChg chg="add mod">
          <ac:chgData name="Diamela Dego" userId="1668acb1-fd17-4c55-9898-11b4bdf58e06" providerId="ADAL" clId="{D6981E8B-4BC7-406B-A10C-6534DA5B9B7C}" dt="2025-12-13T06:11:53.861" v="8919" actId="255"/>
          <ac:spMkLst>
            <pc:docMk/>
            <pc:sldMk cId="226740574" sldId="335"/>
            <ac:spMk id="8" creationId="{656B06E1-AB83-56D0-C923-F88BDA4BF515}"/>
          </ac:spMkLst>
        </pc:spChg>
        <pc:spChg chg="add mod">
          <ac:chgData name="Diamela Dego" userId="1668acb1-fd17-4c55-9898-11b4bdf58e06" providerId="ADAL" clId="{D6981E8B-4BC7-406B-A10C-6534DA5B9B7C}" dt="2025-12-13T15:27:16.305" v="10485" actId="164"/>
          <ac:spMkLst>
            <pc:docMk/>
            <pc:sldMk cId="226740574" sldId="335"/>
            <ac:spMk id="12" creationId="{6DED9967-3613-8F64-561C-967382DF614C}"/>
          </ac:spMkLst>
        </pc:spChg>
        <pc:spChg chg="add mod">
          <ac:chgData name="Diamela Dego" userId="1668acb1-fd17-4c55-9898-11b4bdf58e06" providerId="ADAL" clId="{D6981E8B-4BC7-406B-A10C-6534DA5B9B7C}" dt="2025-12-13T15:29:52.970" v="10561" actId="1035"/>
          <ac:spMkLst>
            <pc:docMk/>
            <pc:sldMk cId="226740574" sldId="335"/>
            <ac:spMk id="13" creationId="{7933EE63-082A-39AC-333D-0689532353CA}"/>
          </ac:spMkLst>
        </pc:spChg>
        <pc:spChg chg="mod">
          <ac:chgData name="Diamela Dego" userId="1668acb1-fd17-4c55-9898-11b4bdf58e06" providerId="ADAL" clId="{D6981E8B-4BC7-406B-A10C-6534DA5B9B7C}" dt="2025-12-13T15:29:31.213" v="10554" actId="1035"/>
          <ac:spMkLst>
            <pc:docMk/>
            <pc:sldMk cId="226740574" sldId="335"/>
            <ac:spMk id="14" creationId="{B0DD3232-A3A0-B8E1-D55D-26C52D3C7CAE}"/>
          </ac:spMkLst>
        </pc:spChg>
        <pc:spChg chg="add mod ord">
          <ac:chgData name="Diamela Dego" userId="1668acb1-fd17-4c55-9898-11b4bdf58e06" providerId="ADAL" clId="{D6981E8B-4BC7-406B-A10C-6534DA5B9B7C}" dt="2025-12-13T15:29:23.225" v="10552" actId="1035"/>
          <ac:spMkLst>
            <pc:docMk/>
            <pc:sldMk cId="226740574" sldId="335"/>
            <ac:spMk id="15" creationId="{3E14A58E-98F3-3E7B-94C7-EC8178096311}"/>
          </ac:spMkLst>
        </pc:spChg>
        <pc:spChg chg="add mod">
          <ac:chgData name="Diamela Dego" userId="1668acb1-fd17-4c55-9898-11b4bdf58e06" providerId="ADAL" clId="{D6981E8B-4BC7-406B-A10C-6534DA5B9B7C}" dt="2025-12-13T15:30:07.845" v="10563" actId="404"/>
          <ac:spMkLst>
            <pc:docMk/>
            <pc:sldMk cId="226740574" sldId="335"/>
            <ac:spMk id="27" creationId="{83DEB4A1-C390-EA31-19A4-8AD6316B58B5}"/>
          </ac:spMkLst>
        </pc:spChg>
        <pc:spChg chg="add mod">
          <ac:chgData name="Diamela Dego" userId="1668acb1-fd17-4c55-9898-11b4bdf58e06" providerId="ADAL" clId="{D6981E8B-4BC7-406B-A10C-6534DA5B9B7C}" dt="2025-12-13T15:29:15.757" v="10548" actId="1035"/>
          <ac:spMkLst>
            <pc:docMk/>
            <pc:sldMk cId="226740574" sldId="335"/>
            <ac:spMk id="28" creationId="{223A7AA8-3F7E-7CC6-4E4C-5E5C6451E91E}"/>
          </ac:spMkLst>
        </pc:spChg>
        <pc:spChg chg="add mod">
          <ac:chgData name="Diamela Dego" userId="1668acb1-fd17-4c55-9898-11b4bdf58e06" providerId="ADAL" clId="{D6981E8B-4BC7-406B-A10C-6534DA5B9B7C}" dt="2025-12-13T15:27:22.578" v="10488" actId="164"/>
          <ac:spMkLst>
            <pc:docMk/>
            <pc:sldMk cId="226740574" sldId="335"/>
            <ac:spMk id="29" creationId="{E127DC1A-1EFA-2115-1127-7D8797F197F8}"/>
          </ac:spMkLst>
        </pc:spChg>
        <pc:spChg chg="add mod">
          <ac:chgData name="Diamela Dego" userId="1668acb1-fd17-4c55-9898-11b4bdf58e06" providerId="ADAL" clId="{D6981E8B-4BC7-406B-A10C-6534DA5B9B7C}" dt="2025-12-13T15:27:16.305" v="10485" actId="164"/>
          <ac:spMkLst>
            <pc:docMk/>
            <pc:sldMk cId="226740574" sldId="335"/>
            <ac:spMk id="30" creationId="{19CB5FB9-1E66-1183-3D51-C5EAF3022DB2}"/>
          </ac:spMkLst>
        </pc:spChg>
        <pc:spChg chg="add mod">
          <ac:chgData name="Diamela Dego" userId="1668acb1-fd17-4c55-9898-11b4bdf58e06" providerId="ADAL" clId="{D6981E8B-4BC7-406B-A10C-6534DA5B9B7C}" dt="2025-12-13T15:27:22.578" v="10488" actId="164"/>
          <ac:spMkLst>
            <pc:docMk/>
            <pc:sldMk cId="226740574" sldId="335"/>
            <ac:spMk id="31" creationId="{3A28B4A5-C78E-2B4F-CBFB-F1D37272B9A9}"/>
          </ac:spMkLst>
        </pc:spChg>
        <pc:spChg chg="add mod ord">
          <ac:chgData name="Diamela Dego" userId="1668acb1-fd17-4c55-9898-11b4bdf58e06" providerId="ADAL" clId="{D6981E8B-4BC7-406B-A10C-6534DA5B9B7C}" dt="2025-12-13T15:29:43.949" v="10560" actId="1038"/>
          <ac:spMkLst>
            <pc:docMk/>
            <pc:sldMk cId="226740574" sldId="335"/>
            <ac:spMk id="32" creationId="{8C8F38CD-3097-E493-4377-CF5DCAA39821}"/>
          </ac:spMkLst>
        </pc:spChg>
        <pc:spChg chg="add mod">
          <ac:chgData name="Diamela Dego" userId="1668acb1-fd17-4c55-9898-11b4bdf58e06" providerId="ADAL" clId="{D6981E8B-4BC7-406B-A10C-6534DA5B9B7C}" dt="2025-12-13T06:09:36.511" v="8851" actId="1037"/>
          <ac:spMkLst>
            <pc:docMk/>
            <pc:sldMk cId="226740574" sldId="335"/>
            <ac:spMk id="37" creationId="{944F934E-56FD-7A37-6AE8-E66DBD2ED531}"/>
          </ac:spMkLst>
        </pc:spChg>
        <pc:spChg chg="add mod">
          <ac:chgData name="Diamela Dego" userId="1668acb1-fd17-4c55-9898-11b4bdf58e06" providerId="ADAL" clId="{D6981E8B-4BC7-406B-A10C-6534DA5B9B7C}" dt="2025-12-13T06:07:25.799" v="8808" actId="164"/>
          <ac:spMkLst>
            <pc:docMk/>
            <pc:sldMk cId="226740574" sldId="335"/>
            <ac:spMk id="38" creationId="{12DD9BB8-1AC9-5060-48C6-20CEF03E5D14}"/>
          </ac:spMkLst>
        </pc:spChg>
        <pc:spChg chg="add mod">
          <ac:chgData name="Diamela Dego" userId="1668acb1-fd17-4c55-9898-11b4bdf58e06" providerId="ADAL" clId="{D6981E8B-4BC7-406B-A10C-6534DA5B9B7C}" dt="2025-12-13T15:27:59.797" v="10500" actId="164"/>
          <ac:spMkLst>
            <pc:docMk/>
            <pc:sldMk cId="226740574" sldId="335"/>
            <ac:spMk id="40" creationId="{E4690E65-09FD-1AB2-3F3D-5F8246CA0BEC}"/>
          </ac:spMkLst>
        </pc:spChg>
        <pc:spChg chg="add mod">
          <ac:chgData name="Diamela Dego" userId="1668acb1-fd17-4c55-9898-11b4bdf58e06" providerId="ADAL" clId="{D6981E8B-4BC7-406B-A10C-6534DA5B9B7C}" dt="2025-12-13T06:11:02.780" v="8904" actId="1035"/>
          <ac:spMkLst>
            <pc:docMk/>
            <pc:sldMk cId="226740574" sldId="335"/>
            <ac:spMk id="42" creationId="{EE276268-99FB-025B-2CD9-7CE0591C5061}"/>
          </ac:spMkLst>
        </pc:spChg>
        <pc:spChg chg="add mod">
          <ac:chgData name="Diamela Dego" userId="1668acb1-fd17-4c55-9898-11b4bdf58e06" providerId="ADAL" clId="{D6981E8B-4BC7-406B-A10C-6534DA5B9B7C}" dt="2025-12-13T06:10:57.066" v="8889" actId="1038"/>
          <ac:spMkLst>
            <pc:docMk/>
            <pc:sldMk cId="226740574" sldId="335"/>
            <ac:spMk id="43" creationId="{B19B4A48-41B5-87AE-0FD5-CE319B28B3D3}"/>
          </ac:spMkLst>
        </pc:spChg>
        <pc:spChg chg="mod">
          <ac:chgData name="Diamela Dego" userId="1668acb1-fd17-4c55-9898-11b4bdf58e06" providerId="ADAL" clId="{D6981E8B-4BC7-406B-A10C-6534DA5B9B7C}" dt="2025-12-13T06:11:08.549" v="8906"/>
          <ac:spMkLst>
            <pc:docMk/>
            <pc:sldMk cId="226740574" sldId="335"/>
            <ac:spMk id="46" creationId="{93714462-B211-6CB6-19C5-3505F9A868D0}"/>
          </ac:spMkLst>
        </pc:spChg>
        <pc:spChg chg="mod">
          <ac:chgData name="Diamela Dego" userId="1668acb1-fd17-4c55-9898-11b4bdf58e06" providerId="ADAL" clId="{D6981E8B-4BC7-406B-A10C-6534DA5B9B7C}" dt="2025-12-13T06:11:20.596" v="8911" actId="20577"/>
          <ac:spMkLst>
            <pc:docMk/>
            <pc:sldMk cId="226740574" sldId="335"/>
            <ac:spMk id="47" creationId="{AEBA5C7B-ED55-8507-8DDA-D39E577AD74F}"/>
          </ac:spMkLst>
        </pc:spChg>
        <pc:spChg chg="mod">
          <ac:chgData name="Diamela Dego" userId="1668acb1-fd17-4c55-9898-11b4bdf58e06" providerId="ADAL" clId="{D6981E8B-4BC7-406B-A10C-6534DA5B9B7C}" dt="2025-12-13T06:11:24.444" v="8912"/>
          <ac:spMkLst>
            <pc:docMk/>
            <pc:sldMk cId="226740574" sldId="335"/>
            <ac:spMk id="49" creationId="{52F1C33B-ED2F-66C0-B1F9-4B318C1F2D91}"/>
          </ac:spMkLst>
        </pc:spChg>
        <pc:spChg chg="mod">
          <ac:chgData name="Diamela Dego" userId="1668acb1-fd17-4c55-9898-11b4bdf58e06" providerId="ADAL" clId="{D6981E8B-4BC7-406B-A10C-6534DA5B9B7C}" dt="2025-12-13T06:11:30.970" v="8917" actId="20577"/>
          <ac:spMkLst>
            <pc:docMk/>
            <pc:sldMk cId="226740574" sldId="335"/>
            <ac:spMk id="50" creationId="{32EE0E90-9160-0AE1-BEA4-06B81BD4F966}"/>
          </ac:spMkLst>
        </pc:spChg>
        <pc:grpChg chg="add mod ord">
          <ac:chgData name="Diamela Dego" userId="1668acb1-fd17-4c55-9898-11b4bdf58e06" providerId="ADAL" clId="{D6981E8B-4BC7-406B-A10C-6534DA5B9B7C}" dt="2025-12-13T15:27:29.820" v="10493" actId="164"/>
          <ac:grpSpMkLst>
            <pc:docMk/>
            <pc:sldMk cId="226740574" sldId="335"/>
            <ac:grpSpMk id="39" creationId="{39FB1183-D7D1-DC89-044C-70D39828C0C5}"/>
          </ac:grpSpMkLst>
        </pc:grpChg>
        <pc:grpChg chg="add mod">
          <ac:chgData name="Diamela Dego" userId="1668acb1-fd17-4c55-9898-11b4bdf58e06" providerId="ADAL" clId="{D6981E8B-4BC7-406B-A10C-6534DA5B9B7C}" dt="2025-12-13T15:27:16.305" v="10485" actId="164"/>
          <ac:grpSpMkLst>
            <pc:docMk/>
            <pc:sldMk cId="226740574" sldId="335"/>
            <ac:grpSpMk id="44" creationId="{07546B8B-11C8-240D-2E97-256800EDBE61}"/>
          </ac:grpSpMkLst>
        </pc:grpChg>
        <pc:grpChg chg="add mod">
          <ac:chgData name="Diamela Dego" userId="1668acb1-fd17-4c55-9898-11b4bdf58e06" providerId="ADAL" clId="{D6981E8B-4BC7-406B-A10C-6534DA5B9B7C}" dt="2025-12-13T15:27:22.578" v="10488" actId="164"/>
          <ac:grpSpMkLst>
            <pc:docMk/>
            <pc:sldMk cId="226740574" sldId="335"/>
            <ac:grpSpMk id="45" creationId="{20BDD992-D082-A5DF-CE8C-F3C732D4A826}"/>
          </ac:grpSpMkLst>
        </pc:grpChg>
        <pc:grpChg chg="add mod">
          <ac:chgData name="Diamela Dego" userId="1668acb1-fd17-4c55-9898-11b4bdf58e06" providerId="ADAL" clId="{D6981E8B-4BC7-406B-A10C-6534DA5B9B7C}" dt="2025-12-13T15:27:29.820" v="10493" actId="164"/>
          <ac:grpSpMkLst>
            <pc:docMk/>
            <pc:sldMk cId="226740574" sldId="335"/>
            <ac:grpSpMk id="48" creationId="{F0ED6E9F-5E15-A5F5-6BC6-21C78A0A7E17}"/>
          </ac:grpSpMkLst>
        </pc:grpChg>
        <pc:grpChg chg="add mod">
          <ac:chgData name="Diamela Dego" userId="1668acb1-fd17-4c55-9898-11b4bdf58e06" providerId="ADAL" clId="{D6981E8B-4BC7-406B-A10C-6534DA5B9B7C}" dt="2025-12-13T15:29:34.071" v="10556" actId="1035"/>
          <ac:grpSpMkLst>
            <pc:docMk/>
            <pc:sldMk cId="226740574" sldId="335"/>
            <ac:grpSpMk id="51" creationId="{080405FC-484F-E64A-B883-FFB604E7653C}"/>
          </ac:grpSpMkLst>
        </pc:grpChg>
        <pc:grpChg chg="add mod">
          <ac:chgData name="Diamela Dego" userId="1668acb1-fd17-4c55-9898-11b4bdf58e06" providerId="ADAL" clId="{D6981E8B-4BC7-406B-A10C-6534DA5B9B7C}" dt="2025-12-13T15:29:34.071" v="10556" actId="1035"/>
          <ac:grpSpMkLst>
            <pc:docMk/>
            <pc:sldMk cId="226740574" sldId="335"/>
            <ac:grpSpMk id="52" creationId="{51FDB5CF-E066-1FB4-A30C-8A2CB0C28033}"/>
          </ac:grpSpMkLst>
        </pc:grpChg>
        <pc:grpChg chg="add mod">
          <ac:chgData name="Diamela Dego" userId="1668acb1-fd17-4c55-9898-11b4bdf58e06" providerId="ADAL" clId="{D6981E8B-4BC7-406B-A10C-6534DA5B9B7C}" dt="2025-12-13T15:27:59.797" v="10500" actId="164"/>
          <ac:grpSpMkLst>
            <pc:docMk/>
            <pc:sldMk cId="226740574" sldId="335"/>
            <ac:grpSpMk id="53" creationId="{48EB4DCE-F76A-A53E-D04E-BC067A0E5F33}"/>
          </ac:grpSpMkLst>
        </pc:grpChg>
        <pc:grpChg chg="add mod">
          <ac:chgData name="Diamela Dego" userId="1668acb1-fd17-4c55-9898-11b4bdf58e06" providerId="ADAL" clId="{D6981E8B-4BC7-406B-A10C-6534DA5B9B7C}" dt="2025-12-13T15:56:06.554" v="11259" actId="1076"/>
          <ac:grpSpMkLst>
            <pc:docMk/>
            <pc:sldMk cId="226740574" sldId="335"/>
            <ac:grpSpMk id="54" creationId="{787B9707-0F04-2490-509C-3E5FD4867E80}"/>
          </ac:grpSpMkLst>
        </pc:grpChg>
        <pc:picChg chg="add mod modCrop">
          <ac:chgData name="Diamela Dego" userId="1668acb1-fd17-4c55-9898-11b4bdf58e06" providerId="ADAL" clId="{D6981E8B-4BC7-406B-A10C-6534DA5B9B7C}" dt="2025-12-13T15:29:34.071" v="10556" actId="1035"/>
          <ac:picMkLst>
            <pc:docMk/>
            <pc:sldMk cId="226740574" sldId="335"/>
            <ac:picMk id="3" creationId="{E6E3B742-EE90-7DA2-7CDA-330B08136212}"/>
          </ac:picMkLst>
        </pc:picChg>
        <pc:picChg chg="add mod modCrop">
          <ac:chgData name="Diamela Dego" userId="1668acb1-fd17-4c55-9898-11b4bdf58e06" providerId="ADAL" clId="{D6981E8B-4BC7-406B-A10C-6534DA5B9B7C}" dt="2025-12-13T15:29:34.071" v="10556" actId="1035"/>
          <ac:picMkLst>
            <pc:docMk/>
            <pc:sldMk cId="226740574" sldId="335"/>
            <ac:picMk id="9" creationId="{6B0CB125-5871-EFF0-88F3-C22DC31ED48B}"/>
          </ac:picMkLst>
        </pc:picChg>
        <pc:picChg chg="add mod ord">
          <ac:chgData name="Diamela Dego" userId="1668acb1-fd17-4c55-9898-11b4bdf58e06" providerId="ADAL" clId="{D6981E8B-4BC7-406B-A10C-6534DA5B9B7C}" dt="2025-12-13T06:07:25.799" v="8808" actId="164"/>
          <ac:picMkLst>
            <pc:docMk/>
            <pc:sldMk cId="226740574" sldId="335"/>
            <ac:picMk id="34" creationId="{EDA15BB8-77FC-2F79-E392-9803AF7E9814}"/>
          </ac:picMkLst>
        </pc:picChg>
        <pc:picChg chg="add mod modCrop">
          <ac:chgData name="Diamela Dego" userId="1668acb1-fd17-4c55-9898-11b4bdf58e06" providerId="ADAL" clId="{D6981E8B-4BC7-406B-A10C-6534DA5B9B7C}" dt="2025-12-13T15:29:34.071" v="10556" actId="1035"/>
          <ac:picMkLst>
            <pc:docMk/>
            <pc:sldMk cId="226740574" sldId="335"/>
            <ac:picMk id="36" creationId="{05E57DC7-BE9C-7204-B017-5BBE19E12EFB}"/>
          </ac:picMkLst>
        </pc:picChg>
        <pc:cxnChg chg="add mod">
          <ac:chgData name="Diamela Dego" userId="1668acb1-fd17-4c55-9898-11b4bdf58e06" providerId="ADAL" clId="{D6981E8B-4BC7-406B-A10C-6534DA5B9B7C}" dt="2025-12-13T15:27:22.578" v="10488" actId="164"/>
          <ac:cxnSpMkLst>
            <pc:docMk/>
            <pc:sldMk cId="226740574" sldId="335"/>
            <ac:cxnSpMk id="20" creationId="{79BA05A6-1E1F-4CAE-1B94-E3665E51F695}"/>
          </ac:cxnSpMkLst>
        </pc:cxnChg>
        <pc:cxnChg chg="add mod">
          <ac:chgData name="Diamela Dego" userId="1668acb1-fd17-4c55-9898-11b4bdf58e06" providerId="ADAL" clId="{D6981E8B-4BC7-406B-A10C-6534DA5B9B7C}" dt="2025-12-13T15:27:16.305" v="10485" actId="164"/>
          <ac:cxnSpMkLst>
            <pc:docMk/>
            <pc:sldMk cId="226740574" sldId="335"/>
            <ac:cxnSpMk id="25" creationId="{14693388-FA4E-944F-7345-3DDE7CCFFF86}"/>
          </ac:cxnSpMkLst>
        </pc:cxnChg>
        <pc:cxnChg chg="add mod">
          <ac:chgData name="Diamela Dego" userId="1668acb1-fd17-4c55-9898-11b4bdf58e06" providerId="ADAL" clId="{D6981E8B-4BC7-406B-A10C-6534DA5B9B7C}" dt="2025-12-13T15:27:29.820" v="10493" actId="164"/>
          <ac:cxnSpMkLst>
            <pc:docMk/>
            <pc:sldMk cId="226740574" sldId="335"/>
            <ac:cxnSpMk id="26" creationId="{6C2C2C5F-A680-B208-522F-5895830916E8}"/>
          </ac:cxnSpMkLst>
        </pc:cxnChg>
      </pc:sldChg>
      <pc:sldChg chg="addSp delSp modSp add mod modAnim">
        <pc:chgData name="Diamela Dego" userId="1668acb1-fd17-4c55-9898-11b4bdf58e06" providerId="ADAL" clId="{D6981E8B-4BC7-406B-A10C-6534DA5B9B7C}" dt="2025-12-13T18:59:37.286" v="16016" actId="1035"/>
        <pc:sldMkLst>
          <pc:docMk/>
          <pc:sldMk cId="2033641594" sldId="338"/>
        </pc:sldMkLst>
        <pc:spChg chg="add mod">
          <ac:chgData name="Diamela Dego" userId="1668acb1-fd17-4c55-9898-11b4bdf58e06" providerId="ADAL" clId="{D6981E8B-4BC7-406B-A10C-6534DA5B9B7C}" dt="2025-12-13T18:55:53.594" v="15952" actId="1035"/>
          <ac:spMkLst>
            <pc:docMk/>
            <pc:sldMk cId="2033641594" sldId="338"/>
            <ac:spMk id="2" creationId="{BCCF7A1B-8919-5808-8C57-2725226952E9}"/>
          </ac:spMkLst>
        </pc:spChg>
        <pc:spChg chg="add mod">
          <ac:chgData name="Diamela Dego" userId="1668acb1-fd17-4c55-9898-11b4bdf58e06" providerId="ADAL" clId="{D6981E8B-4BC7-406B-A10C-6534DA5B9B7C}" dt="2025-12-13T18:59:33.867" v="16014" actId="1035"/>
          <ac:spMkLst>
            <pc:docMk/>
            <pc:sldMk cId="2033641594" sldId="338"/>
            <ac:spMk id="3" creationId="{32716BCC-EDAD-108C-5743-2DED748624A3}"/>
          </ac:spMkLst>
        </pc:spChg>
        <pc:spChg chg="add mod">
          <ac:chgData name="Diamela Dego" userId="1668acb1-fd17-4c55-9898-11b4bdf58e06" providerId="ADAL" clId="{D6981E8B-4BC7-406B-A10C-6534DA5B9B7C}" dt="2025-12-13T15:31:29.598" v="10682" actId="20577"/>
          <ac:spMkLst>
            <pc:docMk/>
            <pc:sldMk cId="2033641594" sldId="338"/>
            <ac:spMk id="7" creationId="{A3843E4B-2389-0FD0-F020-60B853484957}"/>
          </ac:spMkLst>
        </pc:spChg>
        <pc:spChg chg="add mod">
          <ac:chgData name="Diamela Dego" userId="1668acb1-fd17-4c55-9898-11b4bdf58e06" providerId="ADAL" clId="{D6981E8B-4BC7-406B-A10C-6534DA5B9B7C}" dt="2025-12-13T18:55:10.936" v="15913" actId="1076"/>
          <ac:spMkLst>
            <pc:docMk/>
            <pc:sldMk cId="2033641594" sldId="338"/>
            <ac:spMk id="8" creationId="{2ED94EB3-EF46-2690-428B-CE5C054F2B1C}"/>
          </ac:spMkLst>
        </pc:spChg>
        <pc:spChg chg="add mod">
          <ac:chgData name="Diamela Dego" userId="1668acb1-fd17-4c55-9898-11b4bdf58e06" providerId="ADAL" clId="{D6981E8B-4BC7-406B-A10C-6534DA5B9B7C}" dt="2025-12-13T18:55:59.225" v="15953" actId="12789"/>
          <ac:spMkLst>
            <pc:docMk/>
            <pc:sldMk cId="2033641594" sldId="338"/>
            <ac:spMk id="9" creationId="{182EAF4A-59D6-DF3A-F2A5-2B6093190E78}"/>
          </ac:spMkLst>
        </pc:spChg>
        <pc:spChg chg="add mod">
          <ac:chgData name="Diamela Dego" userId="1668acb1-fd17-4c55-9898-11b4bdf58e06" providerId="ADAL" clId="{D6981E8B-4BC7-406B-A10C-6534DA5B9B7C}" dt="2025-12-13T18:55:59.225" v="15953" actId="12789"/>
          <ac:spMkLst>
            <pc:docMk/>
            <pc:sldMk cId="2033641594" sldId="338"/>
            <ac:spMk id="10" creationId="{16BAE475-AD4D-CEFB-B711-70D38C7DFFD4}"/>
          </ac:spMkLst>
        </pc:spChg>
        <pc:spChg chg="add mod">
          <ac:chgData name="Diamela Dego" userId="1668acb1-fd17-4c55-9898-11b4bdf58e06" providerId="ADAL" clId="{D6981E8B-4BC7-406B-A10C-6534DA5B9B7C}" dt="2025-12-13T18:54:21.885" v="15873" actId="164"/>
          <ac:spMkLst>
            <pc:docMk/>
            <pc:sldMk cId="2033641594" sldId="338"/>
            <ac:spMk id="13" creationId="{FAFE6B71-2743-E8E0-E3D9-AAE1C6C16944}"/>
          </ac:spMkLst>
        </pc:spChg>
        <pc:spChg chg="add mod">
          <ac:chgData name="Diamela Dego" userId="1668acb1-fd17-4c55-9898-11b4bdf58e06" providerId="ADAL" clId="{D6981E8B-4BC7-406B-A10C-6534DA5B9B7C}" dt="2025-12-13T18:59:37.286" v="16016" actId="1035"/>
          <ac:spMkLst>
            <pc:docMk/>
            <pc:sldMk cId="2033641594" sldId="338"/>
            <ac:spMk id="15" creationId="{22772621-5C62-A3FD-CE51-A8998E8E43C4}"/>
          </ac:spMkLst>
        </pc:spChg>
        <pc:spChg chg="add mod">
          <ac:chgData name="Diamela Dego" userId="1668acb1-fd17-4c55-9898-11b4bdf58e06" providerId="ADAL" clId="{D6981E8B-4BC7-406B-A10C-6534DA5B9B7C}" dt="2025-12-13T18:54:21.885" v="15873" actId="164"/>
          <ac:spMkLst>
            <pc:docMk/>
            <pc:sldMk cId="2033641594" sldId="338"/>
            <ac:spMk id="16" creationId="{FB8361B5-F123-A0E7-FFC3-D7EC1A909CA2}"/>
          </ac:spMkLst>
        </pc:spChg>
        <pc:spChg chg="add mod">
          <ac:chgData name="Diamela Dego" userId="1668acb1-fd17-4c55-9898-11b4bdf58e06" providerId="ADAL" clId="{D6981E8B-4BC7-406B-A10C-6534DA5B9B7C}" dt="2025-12-13T18:54:21.885" v="15873" actId="164"/>
          <ac:spMkLst>
            <pc:docMk/>
            <pc:sldMk cId="2033641594" sldId="338"/>
            <ac:spMk id="17" creationId="{86A60BB3-1EA0-5785-60A1-368869266EB8}"/>
          </ac:spMkLst>
        </pc:spChg>
        <pc:grpChg chg="add mod">
          <ac:chgData name="Diamela Dego" userId="1668acb1-fd17-4c55-9898-11b4bdf58e06" providerId="ADAL" clId="{D6981E8B-4BC7-406B-A10C-6534DA5B9B7C}" dt="2025-12-13T18:55:19.483" v="15936" actId="1036"/>
          <ac:grpSpMkLst>
            <pc:docMk/>
            <pc:sldMk cId="2033641594" sldId="338"/>
            <ac:grpSpMk id="18" creationId="{08E0D60E-EA48-7885-DBCD-546D8E7C8DBB}"/>
          </ac:grpSpMkLst>
        </pc:grpChg>
        <pc:picChg chg="add mod">
          <ac:chgData name="Diamela Dego" userId="1668acb1-fd17-4c55-9898-11b4bdf58e06" providerId="ADAL" clId="{D6981E8B-4BC7-406B-A10C-6534DA5B9B7C}" dt="2025-12-13T18:55:16.931" v="15931" actId="14100"/>
          <ac:picMkLst>
            <pc:docMk/>
            <pc:sldMk cId="2033641594" sldId="338"/>
            <ac:picMk id="11" creationId="{5E48A1BD-330D-B765-209C-2E97EC812ACC}"/>
          </ac:picMkLst>
        </pc:picChg>
      </pc:sldChg>
      <pc:sldChg chg="addSp delSp modSp add mod">
        <pc:chgData name="Diamela Dego" userId="1668acb1-fd17-4c55-9898-11b4bdf58e06" providerId="ADAL" clId="{D6981E8B-4BC7-406B-A10C-6534DA5B9B7C}" dt="2025-12-13T19:03:29.376" v="16072" actId="1038"/>
        <pc:sldMkLst>
          <pc:docMk/>
          <pc:sldMk cId="1727950032" sldId="339"/>
        </pc:sldMkLst>
        <pc:spChg chg="add mod">
          <ac:chgData name="Diamela Dego" userId="1668acb1-fd17-4c55-9898-11b4bdf58e06" providerId="ADAL" clId="{D6981E8B-4BC7-406B-A10C-6534DA5B9B7C}" dt="2025-12-13T06:43:53.750" v="9709" actId="20577"/>
          <ac:spMkLst>
            <pc:docMk/>
            <pc:sldMk cId="1727950032" sldId="339"/>
            <ac:spMk id="4" creationId="{83D5D879-42B1-F4FC-4BDD-35261C4A10F8}"/>
          </ac:spMkLst>
        </pc:spChg>
        <pc:spChg chg="add mod">
          <ac:chgData name="Diamela Dego" userId="1668acb1-fd17-4c55-9898-11b4bdf58e06" providerId="ADAL" clId="{D6981E8B-4BC7-406B-A10C-6534DA5B9B7C}" dt="2025-12-13T19:01:22.210" v="16035" actId="167"/>
          <ac:spMkLst>
            <pc:docMk/>
            <pc:sldMk cId="1727950032" sldId="339"/>
            <ac:spMk id="5" creationId="{5CEF5917-402F-A197-18C3-D315E2600675}"/>
          </ac:spMkLst>
        </pc:spChg>
        <pc:spChg chg="add mod">
          <ac:chgData name="Diamela Dego" userId="1668acb1-fd17-4c55-9898-11b4bdf58e06" providerId="ADAL" clId="{D6981E8B-4BC7-406B-A10C-6534DA5B9B7C}" dt="2025-12-13T19:03:06.219" v="16064" actId="1076"/>
          <ac:spMkLst>
            <pc:docMk/>
            <pc:sldMk cId="1727950032" sldId="339"/>
            <ac:spMk id="8" creationId="{0B2C0C0F-05E0-C9DC-253D-4ECFE3C3BD60}"/>
          </ac:spMkLst>
        </pc:spChg>
        <pc:picChg chg="add mod">
          <ac:chgData name="Diamela Dego" userId="1668acb1-fd17-4c55-9898-11b4bdf58e06" providerId="ADAL" clId="{D6981E8B-4BC7-406B-A10C-6534DA5B9B7C}" dt="2025-12-13T19:03:29.376" v="16072" actId="1038"/>
          <ac:picMkLst>
            <pc:docMk/>
            <pc:sldMk cId="1727950032" sldId="339"/>
            <ac:picMk id="1026" creationId="{70A4F05E-BD7B-8232-BFCB-008350557FB6}"/>
          </ac:picMkLst>
        </pc:picChg>
        <pc:picChg chg="add mod">
          <ac:chgData name="Diamela Dego" userId="1668acb1-fd17-4c55-9898-11b4bdf58e06" providerId="ADAL" clId="{D6981E8B-4BC7-406B-A10C-6534DA5B9B7C}" dt="2025-12-13T19:03:04.194" v="16063" actId="1076"/>
          <ac:picMkLst>
            <pc:docMk/>
            <pc:sldMk cId="1727950032" sldId="339"/>
            <ac:picMk id="1028" creationId="{63EE6166-4BEF-6B34-9884-619BF7492803}"/>
          </ac:picMkLst>
        </pc:picChg>
      </pc:sldChg>
      <pc:sldChg chg="addSp delSp modSp add mod modAnim">
        <pc:chgData name="Diamela Dego" userId="1668acb1-fd17-4c55-9898-11b4bdf58e06" providerId="ADAL" clId="{D6981E8B-4BC7-406B-A10C-6534DA5B9B7C}" dt="2025-12-13T18:56:09.658" v="15954" actId="255"/>
        <pc:sldMkLst>
          <pc:docMk/>
          <pc:sldMk cId="3818060585" sldId="340"/>
        </pc:sldMkLst>
        <pc:spChg chg="mod">
          <ac:chgData name="Diamela Dego" userId="1668acb1-fd17-4c55-9898-11b4bdf58e06" providerId="ADAL" clId="{D6981E8B-4BC7-406B-A10C-6534DA5B9B7C}" dt="2025-12-13T03:45:27.216" v="8105" actId="404"/>
          <ac:spMkLst>
            <pc:docMk/>
            <pc:sldMk cId="3818060585" sldId="340"/>
            <ac:spMk id="2" creationId="{7F183FBD-A85F-1701-8CB5-69575BADA4D7}"/>
          </ac:spMkLst>
        </pc:spChg>
        <pc:spChg chg="mod">
          <ac:chgData name="Diamela Dego" userId="1668acb1-fd17-4c55-9898-11b4bdf58e06" providerId="ADAL" clId="{D6981E8B-4BC7-406B-A10C-6534DA5B9B7C}" dt="2025-12-13T03:45:42.877" v="8115" actId="1035"/>
          <ac:spMkLst>
            <pc:docMk/>
            <pc:sldMk cId="3818060585" sldId="340"/>
            <ac:spMk id="3" creationId="{2FEE6124-AE89-8541-0203-D319DCDF1CCF}"/>
          </ac:spMkLst>
        </pc:spChg>
        <pc:spChg chg="mod ord">
          <ac:chgData name="Diamela Dego" userId="1668acb1-fd17-4c55-9898-11b4bdf58e06" providerId="ADAL" clId="{D6981E8B-4BC7-406B-A10C-6534DA5B9B7C}" dt="2025-12-13T15:14:16.412" v="10264" actId="164"/>
          <ac:spMkLst>
            <pc:docMk/>
            <pc:sldMk cId="3818060585" sldId="340"/>
            <ac:spMk id="4" creationId="{15F38A79-0C00-DBC3-9293-08F7B0BBB28D}"/>
          </ac:spMkLst>
        </pc:spChg>
        <pc:spChg chg="add mod">
          <ac:chgData name="Diamela Dego" userId="1668acb1-fd17-4c55-9898-11b4bdf58e06" providerId="ADAL" clId="{D6981E8B-4BC7-406B-A10C-6534DA5B9B7C}" dt="2025-12-13T15:14:06.931" v="10261" actId="164"/>
          <ac:spMkLst>
            <pc:docMk/>
            <pc:sldMk cId="3818060585" sldId="340"/>
            <ac:spMk id="5" creationId="{6B71E2A7-2B7D-4D98-BE7D-5BC84B8A4378}"/>
          </ac:spMkLst>
        </pc:spChg>
        <pc:spChg chg="add mod">
          <ac:chgData name="Diamela Dego" userId="1668acb1-fd17-4c55-9898-11b4bdf58e06" providerId="ADAL" clId="{D6981E8B-4BC7-406B-A10C-6534DA5B9B7C}" dt="2025-12-13T15:18:32.166" v="10318" actId="1038"/>
          <ac:spMkLst>
            <pc:docMk/>
            <pc:sldMk cId="3818060585" sldId="340"/>
            <ac:spMk id="6" creationId="{E5EC9C11-9AEA-2530-6786-0FC052C55242}"/>
          </ac:spMkLst>
        </pc:spChg>
        <pc:spChg chg="add mod">
          <ac:chgData name="Diamela Dego" userId="1668acb1-fd17-4c55-9898-11b4bdf58e06" providerId="ADAL" clId="{D6981E8B-4BC7-406B-A10C-6534DA5B9B7C}" dt="2025-12-13T18:56:09.658" v="15954" actId="255"/>
          <ac:spMkLst>
            <pc:docMk/>
            <pc:sldMk cId="3818060585" sldId="340"/>
            <ac:spMk id="8" creationId="{7CD1F006-D3B6-608B-DEA5-F7AF707CBD8F}"/>
          </ac:spMkLst>
        </pc:spChg>
        <pc:spChg chg="add del mod">
          <ac:chgData name="Diamela Dego" userId="1668acb1-fd17-4c55-9898-11b4bdf58e06" providerId="ADAL" clId="{D6981E8B-4BC7-406B-A10C-6534DA5B9B7C}" dt="2025-12-13T06:20:50.953" v="9147" actId="1076"/>
          <ac:spMkLst>
            <pc:docMk/>
            <pc:sldMk cId="3818060585" sldId="340"/>
            <ac:spMk id="17" creationId="{BF755296-4DFD-14E2-ABF3-CA86236A25CF}"/>
          </ac:spMkLst>
        </pc:spChg>
        <pc:spChg chg="add mod ord">
          <ac:chgData name="Diamela Dego" userId="1668acb1-fd17-4c55-9898-11b4bdf58e06" providerId="ADAL" clId="{D6981E8B-4BC7-406B-A10C-6534DA5B9B7C}" dt="2025-12-13T15:14:16.412" v="10264" actId="164"/>
          <ac:spMkLst>
            <pc:docMk/>
            <pc:sldMk cId="3818060585" sldId="340"/>
            <ac:spMk id="19" creationId="{E66EAC42-C81E-B968-280D-66D879ABB845}"/>
          </ac:spMkLst>
        </pc:spChg>
        <pc:spChg chg="add mod">
          <ac:chgData name="Diamela Dego" userId="1668acb1-fd17-4c55-9898-11b4bdf58e06" providerId="ADAL" clId="{D6981E8B-4BC7-406B-A10C-6534DA5B9B7C}" dt="2025-12-13T15:14:16.412" v="10264" actId="164"/>
          <ac:spMkLst>
            <pc:docMk/>
            <pc:sldMk cId="3818060585" sldId="340"/>
            <ac:spMk id="20" creationId="{B2B2B983-97FC-1E9E-70C1-0DD0AC001B01}"/>
          </ac:spMkLst>
        </pc:spChg>
        <pc:spChg chg="add mod">
          <ac:chgData name="Diamela Dego" userId="1668acb1-fd17-4c55-9898-11b4bdf58e06" providerId="ADAL" clId="{D6981E8B-4BC7-406B-A10C-6534DA5B9B7C}" dt="2025-12-13T15:14:16.412" v="10264" actId="164"/>
          <ac:spMkLst>
            <pc:docMk/>
            <pc:sldMk cId="3818060585" sldId="340"/>
            <ac:spMk id="21" creationId="{872ABA21-CF75-48F8-3C0B-897D85FF9ED7}"/>
          </ac:spMkLst>
        </pc:spChg>
        <pc:spChg chg="add mod">
          <ac:chgData name="Diamela Dego" userId="1668acb1-fd17-4c55-9898-11b4bdf58e06" providerId="ADAL" clId="{D6981E8B-4BC7-406B-A10C-6534DA5B9B7C}" dt="2025-12-13T15:18:55.799" v="10345" actId="14100"/>
          <ac:spMkLst>
            <pc:docMk/>
            <pc:sldMk cId="3818060585" sldId="340"/>
            <ac:spMk id="26" creationId="{27DF819F-C755-B386-1D19-ACDD18A1C68A}"/>
          </ac:spMkLst>
        </pc:spChg>
        <pc:spChg chg="add mod">
          <ac:chgData name="Diamela Dego" userId="1668acb1-fd17-4c55-9898-11b4bdf58e06" providerId="ADAL" clId="{D6981E8B-4BC7-406B-A10C-6534DA5B9B7C}" dt="2025-12-13T15:18:46.360" v="10343" actId="1037"/>
          <ac:spMkLst>
            <pc:docMk/>
            <pc:sldMk cId="3818060585" sldId="340"/>
            <ac:spMk id="27" creationId="{4D349C9F-84B7-FC44-A202-56B1FE912ABD}"/>
          </ac:spMkLst>
        </pc:spChg>
        <pc:spChg chg="add mod">
          <ac:chgData name="Diamela Dego" userId="1668acb1-fd17-4c55-9898-11b4bdf58e06" providerId="ADAL" clId="{D6981E8B-4BC7-406B-A10C-6534DA5B9B7C}" dt="2025-12-13T15:18:49.237" v="10344" actId="14100"/>
          <ac:spMkLst>
            <pc:docMk/>
            <pc:sldMk cId="3818060585" sldId="340"/>
            <ac:spMk id="28" creationId="{672AABEB-B99B-FC13-8EA9-D07A5CF850C8}"/>
          </ac:spMkLst>
        </pc:spChg>
        <pc:spChg chg="add mod">
          <ac:chgData name="Diamela Dego" userId="1668acb1-fd17-4c55-9898-11b4bdf58e06" providerId="ADAL" clId="{D6981E8B-4BC7-406B-A10C-6534DA5B9B7C}" dt="2025-12-13T15:18:34.335" v="10327" actId="1038"/>
          <ac:spMkLst>
            <pc:docMk/>
            <pc:sldMk cId="3818060585" sldId="340"/>
            <ac:spMk id="29" creationId="{F63E4D71-8A1A-4FDC-7A8C-3DF9EB7C63A9}"/>
          </ac:spMkLst>
        </pc:spChg>
        <pc:spChg chg="add mod">
          <ac:chgData name="Diamela Dego" userId="1668acb1-fd17-4c55-9898-11b4bdf58e06" providerId="ADAL" clId="{D6981E8B-4BC7-406B-A10C-6534DA5B9B7C}" dt="2025-12-13T15:18:39.527" v="10333" actId="1037"/>
          <ac:spMkLst>
            <pc:docMk/>
            <pc:sldMk cId="3818060585" sldId="340"/>
            <ac:spMk id="30" creationId="{E7DB4CE2-958C-442D-8CBE-6CB7463F3B26}"/>
          </ac:spMkLst>
        </pc:spChg>
        <pc:spChg chg="add mod">
          <ac:chgData name="Diamela Dego" userId="1668acb1-fd17-4c55-9898-11b4bdf58e06" providerId="ADAL" clId="{D6981E8B-4BC7-406B-A10C-6534DA5B9B7C}" dt="2025-12-13T15:18:42.221" v="10338" actId="1038"/>
          <ac:spMkLst>
            <pc:docMk/>
            <pc:sldMk cId="3818060585" sldId="340"/>
            <ac:spMk id="32" creationId="{F5EC3160-8248-CACB-AFDE-81EC12F365FD}"/>
          </ac:spMkLst>
        </pc:spChg>
        <pc:spChg chg="add mod ord">
          <ac:chgData name="Diamela Dego" userId="1668acb1-fd17-4c55-9898-11b4bdf58e06" providerId="ADAL" clId="{D6981E8B-4BC7-406B-A10C-6534DA5B9B7C}" dt="2025-12-13T06:40:04.307" v="9581" actId="948"/>
          <ac:spMkLst>
            <pc:docMk/>
            <pc:sldMk cId="3818060585" sldId="340"/>
            <ac:spMk id="37" creationId="{2DBB4980-9105-1702-207E-27F3B8EB721A}"/>
          </ac:spMkLst>
        </pc:spChg>
        <pc:spChg chg="add mod">
          <ac:chgData name="Diamela Dego" userId="1668acb1-fd17-4c55-9898-11b4bdf58e06" providerId="ADAL" clId="{D6981E8B-4BC7-406B-A10C-6534DA5B9B7C}" dt="2025-12-13T06:40:10.466" v="9582" actId="14100"/>
          <ac:spMkLst>
            <pc:docMk/>
            <pc:sldMk cId="3818060585" sldId="340"/>
            <ac:spMk id="42" creationId="{B6494D52-29A3-9BBB-A73A-99C45AC23715}"/>
          </ac:spMkLst>
        </pc:spChg>
        <pc:spChg chg="mod">
          <ac:chgData name="Diamela Dego" userId="1668acb1-fd17-4c55-9898-11b4bdf58e06" providerId="ADAL" clId="{D6981E8B-4BC7-406B-A10C-6534DA5B9B7C}" dt="2025-12-13T06:41:09.350" v="9620" actId="14100"/>
          <ac:spMkLst>
            <pc:docMk/>
            <pc:sldMk cId="3818060585" sldId="340"/>
            <ac:spMk id="45" creationId="{5DFE33D9-0466-9EC2-C4F7-3E822D72049A}"/>
          </ac:spMkLst>
        </pc:spChg>
        <pc:spChg chg="mod">
          <ac:chgData name="Diamela Dego" userId="1668acb1-fd17-4c55-9898-11b4bdf58e06" providerId="ADAL" clId="{D6981E8B-4BC7-406B-A10C-6534DA5B9B7C}" dt="2025-12-13T15:22:54.268" v="10407" actId="1036"/>
          <ac:spMkLst>
            <pc:docMk/>
            <pc:sldMk cId="3818060585" sldId="340"/>
            <ac:spMk id="46" creationId="{85CB74F4-1168-50BB-B428-EC98F912FE4A}"/>
          </ac:spMkLst>
        </pc:spChg>
        <pc:spChg chg="add mod">
          <ac:chgData name="Diamela Dego" userId="1668acb1-fd17-4c55-9898-11b4bdf58e06" providerId="ADAL" clId="{D6981E8B-4BC7-406B-A10C-6534DA5B9B7C}" dt="2025-12-13T15:20:31.179" v="10371" actId="164"/>
          <ac:spMkLst>
            <pc:docMk/>
            <pc:sldMk cId="3818060585" sldId="340"/>
            <ac:spMk id="49" creationId="{C51DBA4A-5A2E-7745-0AD5-27E7D832CFD5}"/>
          </ac:spMkLst>
        </pc:spChg>
        <pc:spChg chg="add mod">
          <ac:chgData name="Diamela Dego" userId="1668acb1-fd17-4c55-9898-11b4bdf58e06" providerId="ADAL" clId="{D6981E8B-4BC7-406B-A10C-6534DA5B9B7C}" dt="2025-12-13T15:20:31.179" v="10371" actId="164"/>
          <ac:spMkLst>
            <pc:docMk/>
            <pc:sldMk cId="3818060585" sldId="340"/>
            <ac:spMk id="50" creationId="{03834338-B4F0-5C74-3C76-B27C89C7F8F6}"/>
          </ac:spMkLst>
        </pc:spChg>
        <pc:spChg chg="add mod">
          <ac:chgData name="Diamela Dego" userId="1668acb1-fd17-4c55-9898-11b4bdf58e06" providerId="ADAL" clId="{D6981E8B-4BC7-406B-A10C-6534DA5B9B7C}" dt="2025-12-13T15:20:31.179" v="10371" actId="164"/>
          <ac:spMkLst>
            <pc:docMk/>
            <pc:sldMk cId="3818060585" sldId="340"/>
            <ac:spMk id="51" creationId="{AA5B1C60-29E5-7823-A455-8FE4916CA2B0}"/>
          </ac:spMkLst>
        </pc:spChg>
        <pc:grpChg chg="add mod">
          <ac:chgData name="Diamela Dego" userId="1668acb1-fd17-4c55-9898-11b4bdf58e06" providerId="ADAL" clId="{D6981E8B-4BC7-406B-A10C-6534DA5B9B7C}" dt="2025-12-13T06:31:55.666" v="9334" actId="164"/>
          <ac:grpSpMkLst>
            <pc:docMk/>
            <pc:sldMk cId="3818060585" sldId="340"/>
            <ac:grpSpMk id="43" creationId="{1AEF3C77-8133-DA3D-6F1D-CF12557CFABC}"/>
          </ac:grpSpMkLst>
        </pc:grpChg>
        <pc:grpChg chg="add mod">
          <ac:chgData name="Diamela Dego" userId="1668acb1-fd17-4c55-9898-11b4bdf58e06" providerId="ADAL" clId="{D6981E8B-4BC7-406B-A10C-6534DA5B9B7C}" dt="2025-12-13T06:40:17.463" v="9583" actId="14100"/>
          <ac:grpSpMkLst>
            <pc:docMk/>
            <pc:sldMk cId="3818060585" sldId="340"/>
            <ac:grpSpMk id="44" creationId="{ADB312A2-C3E9-2AC7-5EA1-D37847125016}"/>
          </ac:grpSpMkLst>
        </pc:grpChg>
        <pc:grpChg chg="add mod">
          <ac:chgData name="Diamela Dego" userId="1668acb1-fd17-4c55-9898-11b4bdf58e06" providerId="ADAL" clId="{D6981E8B-4BC7-406B-A10C-6534DA5B9B7C}" dt="2025-12-13T15:20:31.179" v="10371" actId="164"/>
          <ac:grpSpMkLst>
            <pc:docMk/>
            <pc:sldMk cId="3818060585" sldId="340"/>
            <ac:grpSpMk id="48" creationId="{39F6A3A3-6F83-99CB-8006-AD26D6D52B85}"/>
          </ac:grpSpMkLst>
        </pc:grpChg>
        <pc:grpChg chg="add mod">
          <ac:chgData name="Diamela Dego" userId="1668acb1-fd17-4c55-9898-11b4bdf58e06" providerId="ADAL" clId="{D6981E8B-4BC7-406B-A10C-6534DA5B9B7C}" dt="2025-12-13T15:20:31.179" v="10371" actId="164"/>
          <ac:grpSpMkLst>
            <pc:docMk/>
            <pc:sldMk cId="3818060585" sldId="340"/>
            <ac:grpSpMk id="52" creationId="{60BF07B1-03A6-6EEE-5D86-F7F82DDEF872}"/>
          </ac:grpSpMkLst>
        </pc:grpChg>
        <pc:picChg chg="add mod ord">
          <ac:chgData name="Diamela Dego" userId="1668acb1-fd17-4c55-9898-11b4bdf58e06" providerId="ADAL" clId="{D6981E8B-4BC7-406B-A10C-6534DA5B9B7C}" dt="2025-12-13T15:14:16.412" v="10264" actId="164"/>
          <ac:picMkLst>
            <pc:docMk/>
            <pc:sldMk cId="3818060585" sldId="340"/>
            <ac:picMk id="9" creationId="{2C7A4DEF-F65B-989B-4351-F2E8FB1C8FB3}"/>
          </ac:picMkLst>
        </pc:picChg>
        <pc:picChg chg="mod">
          <ac:chgData name="Diamela Dego" userId="1668acb1-fd17-4c55-9898-11b4bdf58e06" providerId="ADAL" clId="{D6981E8B-4BC7-406B-A10C-6534DA5B9B7C}" dt="2025-12-13T06:32:03.383" v="9338" actId="1076"/>
          <ac:picMkLst>
            <pc:docMk/>
            <pc:sldMk cId="3818060585" sldId="340"/>
            <ac:picMk id="10" creationId="{105A1993-C586-F1D3-E152-1091C900E8A6}"/>
          </ac:picMkLst>
        </pc:picChg>
        <pc:picChg chg="add mod">
          <ac:chgData name="Diamela Dego" userId="1668acb1-fd17-4c55-9898-11b4bdf58e06" providerId="ADAL" clId="{D6981E8B-4BC7-406B-A10C-6534DA5B9B7C}" dt="2025-12-13T15:14:16.412" v="10264" actId="164"/>
          <ac:picMkLst>
            <pc:docMk/>
            <pc:sldMk cId="3818060585" sldId="340"/>
            <ac:picMk id="13" creationId="{531AEE08-CFDA-554E-CD6F-D696268498AF}"/>
          </ac:picMkLst>
        </pc:picChg>
        <pc:picChg chg="add mod">
          <ac:chgData name="Diamela Dego" userId="1668acb1-fd17-4c55-9898-11b4bdf58e06" providerId="ADAL" clId="{D6981E8B-4BC7-406B-A10C-6534DA5B9B7C}" dt="2025-12-13T15:14:16.412" v="10264" actId="164"/>
          <ac:picMkLst>
            <pc:docMk/>
            <pc:sldMk cId="3818060585" sldId="340"/>
            <ac:picMk id="15" creationId="{5D4775B4-368A-36B5-2F6F-6460D8B3FCD6}"/>
          </ac:picMkLst>
        </pc:picChg>
        <pc:picChg chg="add mod">
          <ac:chgData name="Diamela Dego" userId="1668acb1-fd17-4c55-9898-11b4bdf58e06" providerId="ADAL" clId="{D6981E8B-4BC7-406B-A10C-6534DA5B9B7C}" dt="2025-12-13T15:18:26.994" v="10316" actId="12788"/>
          <ac:picMkLst>
            <pc:docMk/>
            <pc:sldMk cId="3818060585" sldId="340"/>
            <ac:picMk id="18" creationId="{103AA0BA-A884-B22A-9E89-DB731C6BBFC7}"/>
          </ac:picMkLst>
        </pc:picChg>
        <pc:picChg chg="add mod">
          <ac:chgData name="Diamela Dego" userId="1668acb1-fd17-4c55-9898-11b4bdf58e06" providerId="ADAL" clId="{D6981E8B-4BC7-406B-A10C-6534DA5B9B7C}" dt="2025-12-13T15:18:26.620" v="10315" actId="12788"/>
          <ac:picMkLst>
            <pc:docMk/>
            <pc:sldMk cId="3818060585" sldId="340"/>
            <ac:picMk id="22" creationId="{89A0AC9B-481C-1D53-2ECE-7A1034A0A247}"/>
          </ac:picMkLst>
        </pc:picChg>
        <pc:picChg chg="add mod modCrop">
          <ac:chgData name="Diamela Dego" userId="1668acb1-fd17-4c55-9898-11b4bdf58e06" providerId="ADAL" clId="{D6981E8B-4BC7-406B-A10C-6534DA5B9B7C}" dt="2025-12-13T15:14:06.931" v="10261" actId="164"/>
          <ac:picMkLst>
            <pc:docMk/>
            <pc:sldMk cId="3818060585" sldId="340"/>
            <ac:picMk id="24" creationId="{EF9FF6E0-89B0-A06A-2EC4-ACE0FEE191FD}"/>
          </ac:picMkLst>
        </pc:picChg>
        <pc:picChg chg="mod">
          <ac:chgData name="Diamela Dego" userId="1668acb1-fd17-4c55-9898-11b4bdf58e06" providerId="ADAL" clId="{D6981E8B-4BC7-406B-A10C-6534DA5B9B7C}" dt="2025-12-13T06:19:09.579" v="9109" actId="1076"/>
          <ac:picMkLst>
            <pc:docMk/>
            <pc:sldMk cId="3818060585" sldId="340"/>
            <ac:picMk id="2050" creationId="{EC4773EB-6FE9-A911-E634-D4340B176B2B}"/>
          </ac:picMkLst>
        </pc:picChg>
      </pc:sldChg>
      <pc:sldChg chg="addSp delSp modSp add mod modAnim">
        <pc:chgData name="Diamela Dego" userId="1668acb1-fd17-4c55-9898-11b4bdf58e06" providerId="ADAL" clId="{D6981E8B-4BC7-406B-A10C-6534DA5B9B7C}" dt="2025-12-13T18:56:24.241" v="15959" actId="1076"/>
        <pc:sldMkLst>
          <pc:docMk/>
          <pc:sldMk cId="4171791979" sldId="341"/>
        </pc:sldMkLst>
        <pc:spChg chg="mod">
          <ac:chgData name="Diamela Dego" userId="1668acb1-fd17-4c55-9898-11b4bdf58e06" providerId="ADAL" clId="{D6981E8B-4BC7-406B-A10C-6534DA5B9B7C}" dt="2025-12-13T05:38:54.712" v="8234" actId="404"/>
          <ac:spMkLst>
            <pc:docMk/>
            <pc:sldMk cId="4171791979" sldId="341"/>
            <ac:spMk id="9" creationId="{EC1EDF50-D0A3-B766-8039-015B01706C53}"/>
          </ac:spMkLst>
        </pc:spChg>
        <pc:spChg chg="add mod">
          <ac:chgData name="Diamela Dego" userId="1668acb1-fd17-4c55-9898-11b4bdf58e06" providerId="ADAL" clId="{D6981E8B-4BC7-406B-A10C-6534DA5B9B7C}" dt="2025-12-13T15:16:27.152" v="10280" actId="164"/>
          <ac:spMkLst>
            <pc:docMk/>
            <pc:sldMk cId="4171791979" sldId="341"/>
            <ac:spMk id="31" creationId="{366079E4-CC59-CA1D-A281-BD27F92B8FAE}"/>
          </ac:spMkLst>
        </pc:spChg>
        <pc:spChg chg="add mod">
          <ac:chgData name="Diamela Dego" userId="1668acb1-fd17-4c55-9898-11b4bdf58e06" providerId="ADAL" clId="{D6981E8B-4BC7-406B-A10C-6534DA5B9B7C}" dt="2025-12-13T15:16:31.812" v="10283" actId="164"/>
          <ac:spMkLst>
            <pc:docMk/>
            <pc:sldMk cId="4171791979" sldId="341"/>
            <ac:spMk id="32" creationId="{5B685BB9-F94C-9D3C-B505-37315F1D8F7F}"/>
          </ac:spMkLst>
        </pc:spChg>
        <pc:spChg chg="add mod">
          <ac:chgData name="Diamela Dego" userId="1668acb1-fd17-4c55-9898-11b4bdf58e06" providerId="ADAL" clId="{D6981E8B-4BC7-406B-A10C-6534DA5B9B7C}" dt="2025-12-13T15:16:35.057" v="10284" actId="164"/>
          <ac:spMkLst>
            <pc:docMk/>
            <pc:sldMk cId="4171791979" sldId="341"/>
            <ac:spMk id="33" creationId="{1E5DDE38-263B-FAB0-BCAB-89AAAEDE0247}"/>
          </ac:spMkLst>
        </pc:spChg>
        <pc:spChg chg="add mod ord topLvl">
          <ac:chgData name="Diamela Dego" userId="1668acb1-fd17-4c55-9898-11b4bdf58e06" providerId="ADAL" clId="{D6981E8B-4BC7-406B-A10C-6534DA5B9B7C}" dt="2025-12-13T15:23:16.731" v="10409" actId="164"/>
          <ac:spMkLst>
            <pc:docMk/>
            <pc:sldMk cId="4171791979" sldId="341"/>
            <ac:spMk id="66" creationId="{45A692CE-8065-E752-AFD8-B8F7150B6115}"/>
          </ac:spMkLst>
        </pc:spChg>
        <pc:spChg chg="add mod">
          <ac:chgData name="Diamela Dego" userId="1668acb1-fd17-4c55-9898-11b4bdf58e06" providerId="ADAL" clId="{D6981E8B-4BC7-406B-A10C-6534DA5B9B7C}" dt="2025-12-13T15:23:24.654" v="10411" actId="164"/>
          <ac:spMkLst>
            <pc:docMk/>
            <pc:sldMk cId="4171791979" sldId="341"/>
            <ac:spMk id="70" creationId="{84A4A0B1-BE89-0E82-4AAE-7E614FFFB78E}"/>
          </ac:spMkLst>
        </pc:spChg>
        <pc:spChg chg="add mod topLvl">
          <ac:chgData name="Diamela Dego" userId="1668acb1-fd17-4c55-9898-11b4bdf58e06" providerId="ADAL" clId="{D6981E8B-4BC7-406B-A10C-6534DA5B9B7C}" dt="2025-12-13T06:22:14.776" v="9166" actId="207"/>
          <ac:spMkLst>
            <pc:docMk/>
            <pc:sldMk cId="4171791979" sldId="341"/>
            <ac:spMk id="71" creationId="{9C92EC2E-7976-7871-16B8-22276864FA90}"/>
          </ac:spMkLst>
        </pc:spChg>
        <pc:spChg chg="add mod">
          <ac:chgData name="Diamela Dego" userId="1668acb1-fd17-4c55-9898-11b4bdf58e06" providerId="ADAL" clId="{D6981E8B-4BC7-406B-A10C-6534DA5B9B7C}" dt="2025-12-13T15:23:20.314" v="10410" actId="164"/>
          <ac:spMkLst>
            <pc:docMk/>
            <pc:sldMk cId="4171791979" sldId="341"/>
            <ac:spMk id="73" creationId="{DE251C45-17E9-313C-39A8-D92BA4C3375D}"/>
          </ac:spMkLst>
        </pc:spChg>
        <pc:spChg chg="add mod">
          <ac:chgData name="Diamela Dego" userId="1668acb1-fd17-4c55-9898-11b4bdf58e06" providerId="ADAL" clId="{D6981E8B-4BC7-406B-A10C-6534DA5B9B7C}" dt="2025-12-13T15:16:27.152" v="10280" actId="164"/>
          <ac:spMkLst>
            <pc:docMk/>
            <pc:sldMk cId="4171791979" sldId="341"/>
            <ac:spMk id="74" creationId="{51F06109-34A7-9F6C-1F6E-BA175D696828}"/>
          </ac:spMkLst>
        </pc:spChg>
        <pc:spChg chg="add mod">
          <ac:chgData name="Diamela Dego" userId="1668acb1-fd17-4c55-9898-11b4bdf58e06" providerId="ADAL" clId="{D6981E8B-4BC7-406B-A10C-6534DA5B9B7C}" dt="2025-12-13T15:16:31.812" v="10283" actId="164"/>
          <ac:spMkLst>
            <pc:docMk/>
            <pc:sldMk cId="4171791979" sldId="341"/>
            <ac:spMk id="75" creationId="{4CE90C6C-81B3-1E9F-28D9-9793D6F03BCD}"/>
          </ac:spMkLst>
        </pc:spChg>
        <pc:spChg chg="add mod">
          <ac:chgData name="Diamela Dego" userId="1668acb1-fd17-4c55-9898-11b4bdf58e06" providerId="ADAL" clId="{D6981E8B-4BC7-406B-A10C-6534DA5B9B7C}" dt="2025-12-13T15:16:35.057" v="10284" actId="164"/>
          <ac:spMkLst>
            <pc:docMk/>
            <pc:sldMk cId="4171791979" sldId="341"/>
            <ac:spMk id="76" creationId="{5678F62E-D37E-D098-F90F-C4FD6581416F}"/>
          </ac:spMkLst>
        </pc:spChg>
        <pc:spChg chg="add mod topLvl">
          <ac:chgData name="Diamela Dego" userId="1668acb1-fd17-4c55-9898-11b4bdf58e06" providerId="ADAL" clId="{D6981E8B-4BC7-406B-A10C-6534DA5B9B7C}" dt="2025-12-13T06:21:37.110" v="9161" actId="207"/>
          <ac:spMkLst>
            <pc:docMk/>
            <pc:sldMk cId="4171791979" sldId="341"/>
            <ac:spMk id="80" creationId="{0F402538-5655-ED81-70B8-8877637F70E4}"/>
          </ac:spMkLst>
        </pc:spChg>
        <pc:spChg chg="add del mod ord">
          <ac:chgData name="Diamela Dego" userId="1668acb1-fd17-4c55-9898-11b4bdf58e06" providerId="ADAL" clId="{D6981E8B-4BC7-406B-A10C-6534DA5B9B7C}" dt="2025-12-13T15:14:52.409" v="10271" actId="1076"/>
          <ac:spMkLst>
            <pc:docMk/>
            <pc:sldMk cId="4171791979" sldId="341"/>
            <ac:spMk id="84" creationId="{7C723883-E983-D278-DEB7-D94718CDED7F}"/>
          </ac:spMkLst>
        </pc:spChg>
        <pc:spChg chg="add mod">
          <ac:chgData name="Diamela Dego" userId="1668acb1-fd17-4c55-9898-11b4bdf58e06" providerId="ADAL" clId="{D6981E8B-4BC7-406B-A10C-6534DA5B9B7C}" dt="2025-12-13T18:56:24.241" v="15959" actId="1076"/>
          <ac:spMkLst>
            <pc:docMk/>
            <pc:sldMk cId="4171791979" sldId="341"/>
            <ac:spMk id="87" creationId="{034FEA4F-AD87-6A2E-EDB4-1258ABD59A02}"/>
          </ac:spMkLst>
        </pc:spChg>
        <pc:spChg chg="mod">
          <ac:chgData name="Diamela Dego" userId="1668acb1-fd17-4c55-9898-11b4bdf58e06" providerId="ADAL" clId="{D6981E8B-4BC7-406B-A10C-6534DA5B9B7C}" dt="2025-12-13T06:22:17.438" v="9167" actId="207"/>
          <ac:spMkLst>
            <pc:docMk/>
            <pc:sldMk cId="4171791979" sldId="341"/>
            <ac:spMk id="93" creationId="{CE03520E-01F6-8972-4C3D-A7B6D39C33E3}"/>
          </ac:spMkLst>
        </pc:spChg>
        <pc:spChg chg="mod">
          <ac:chgData name="Diamela Dego" userId="1668acb1-fd17-4c55-9898-11b4bdf58e06" providerId="ADAL" clId="{D6981E8B-4BC7-406B-A10C-6534DA5B9B7C}" dt="2025-12-13T06:21:37.110" v="9161" actId="207"/>
          <ac:spMkLst>
            <pc:docMk/>
            <pc:sldMk cId="4171791979" sldId="341"/>
            <ac:spMk id="94" creationId="{0B249BAE-F8A7-5A18-6102-8ABF621EFDF2}"/>
          </ac:spMkLst>
        </pc:spChg>
        <pc:spChg chg="mod">
          <ac:chgData name="Diamela Dego" userId="1668acb1-fd17-4c55-9898-11b4bdf58e06" providerId="ADAL" clId="{D6981E8B-4BC7-406B-A10C-6534DA5B9B7C}" dt="2025-12-13T06:22:21.361" v="9168" actId="207"/>
          <ac:spMkLst>
            <pc:docMk/>
            <pc:sldMk cId="4171791979" sldId="341"/>
            <ac:spMk id="96" creationId="{07014F17-F167-DA02-2214-22E2517572B2}"/>
          </ac:spMkLst>
        </pc:spChg>
        <pc:spChg chg="mod">
          <ac:chgData name="Diamela Dego" userId="1668acb1-fd17-4c55-9898-11b4bdf58e06" providerId="ADAL" clId="{D6981E8B-4BC7-406B-A10C-6534DA5B9B7C}" dt="2025-12-13T06:21:37.110" v="9161" actId="207"/>
          <ac:spMkLst>
            <pc:docMk/>
            <pc:sldMk cId="4171791979" sldId="341"/>
            <ac:spMk id="97" creationId="{A6D7A9F6-BA91-77B1-1333-79B616C36FF0}"/>
          </ac:spMkLst>
        </pc:spChg>
        <pc:spChg chg="add mod">
          <ac:chgData name="Diamela Dego" userId="1668acb1-fd17-4c55-9898-11b4bdf58e06" providerId="ADAL" clId="{D6981E8B-4BC7-406B-A10C-6534DA5B9B7C}" dt="2025-12-13T15:16:40.457" v="10289" actId="164"/>
          <ac:spMkLst>
            <pc:docMk/>
            <pc:sldMk cId="4171791979" sldId="341"/>
            <ac:spMk id="101" creationId="{38480168-AE57-CDCD-7B88-E87286B14A31}"/>
          </ac:spMkLst>
        </pc:spChg>
        <pc:spChg chg="add mod">
          <ac:chgData name="Diamela Dego" userId="1668acb1-fd17-4c55-9898-11b4bdf58e06" providerId="ADAL" clId="{D6981E8B-4BC7-406B-A10C-6534DA5B9B7C}" dt="2025-12-13T15:16:42.414" v="10290" actId="164"/>
          <ac:spMkLst>
            <pc:docMk/>
            <pc:sldMk cId="4171791979" sldId="341"/>
            <ac:spMk id="104" creationId="{4F6C8FD5-384C-050E-1311-0193E7C2754F}"/>
          </ac:spMkLst>
        </pc:spChg>
        <pc:spChg chg="add mod">
          <ac:chgData name="Diamela Dego" userId="1668acb1-fd17-4c55-9898-11b4bdf58e06" providerId="ADAL" clId="{D6981E8B-4BC7-406B-A10C-6534DA5B9B7C}" dt="2025-12-13T15:16:44.881" v="10291" actId="164"/>
          <ac:spMkLst>
            <pc:docMk/>
            <pc:sldMk cId="4171791979" sldId="341"/>
            <ac:spMk id="105" creationId="{134A7D82-3051-815A-5192-F201386A69BD}"/>
          </ac:spMkLst>
        </pc:spChg>
        <pc:grpChg chg="add mod">
          <ac:chgData name="Diamela Dego" userId="1668acb1-fd17-4c55-9898-11b4bdf58e06" providerId="ADAL" clId="{D6981E8B-4BC7-406B-A10C-6534DA5B9B7C}" dt="2025-12-13T15:16:28.598" v="10282" actId="1076"/>
          <ac:grpSpMkLst>
            <pc:docMk/>
            <pc:sldMk cId="4171791979" sldId="341"/>
            <ac:grpSpMk id="3" creationId="{B08C7258-E554-6B7B-7D66-EDA8369D8F71}"/>
          </ac:grpSpMkLst>
        </pc:grpChg>
        <pc:grpChg chg="add mod">
          <ac:chgData name="Diamela Dego" userId="1668acb1-fd17-4c55-9898-11b4bdf58e06" providerId="ADAL" clId="{D6981E8B-4BC7-406B-A10C-6534DA5B9B7C}" dt="2025-12-13T15:16:31.812" v="10283" actId="164"/>
          <ac:grpSpMkLst>
            <pc:docMk/>
            <pc:sldMk cId="4171791979" sldId="341"/>
            <ac:grpSpMk id="4" creationId="{13CA0351-51D0-16DF-8D12-E4AEDA836079}"/>
          </ac:grpSpMkLst>
        </pc:grpChg>
        <pc:grpChg chg="add mod">
          <ac:chgData name="Diamela Dego" userId="1668acb1-fd17-4c55-9898-11b4bdf58e06" providerId="ADAL" clId="{D6981E8B-4BC7-406B-A10C-6534DA5B9B7C}" dt="2025-12-13T15:16:35.057" v="10284" actId="164"/>
          <ac:grpSpMkLst>
            <pc:docMk/>
            <pc:sldMk cId="4171791979" sldId="341"/>
            <ac:grpSpMk id="5" creationId="{EB457CBA-41DB-60FE-F26B-E944FBE5CDE7}"/>
          </ac:grpSpMkLst>
        </pc:grpChg>
        <pc:grpChg chg="add mod">
          <ac:chgData name="Diamela Dego" userId="1668acb1-fd17-4c55-9898-11b4bdf58e06" providerId="ADAL" clId="{D6981E8B-4BC7-406B-A10C-6534DA5B9B7C}" dt="2025-12-13T15:23:16.731" v="10409" actId="164"/>
          <ac:grpSpMkLst>
            <pc:docMk/>
            <pc:sldMk cId="4171791979" sldId="341"/>
            <ac:grpSpMk id="13" creationId="{50FC23C9-384D-55AF-141A-6C8FE38AC5BC}"/>
          </ac:grpSpMkLst>
        </pc:grpChg>
        <pc:grpChg chg="add mod">
          <ac:chgData name="Diamela Dego" userId="1668acb1-fd17-4c55-9898-11b4bdf58e06" providerId="ADAL" clId="{D6981E8B-4BC7-406B-A10C-6534DA5B9B7C}" dt="2025-12-13T15:23:20.314" v="10410" actId="164"/>
          <ac:grpSpMkLst>
            <pc:docMk/>
            <pc:sldMk cId="4171791979" sldId="341"/>
            <ac:grpSpMk id="15" creationId="{519F9B83-5F92-5D17-B550-F28285B893EE}"/>
          </ac:grpSpMkLst>
        </pc:grpChg>
        <pc:grpChg chg="add mod">
          <ac:chgData name="Diamela Dego" userId="1668acb1-fd17-4c55-9898-11b4bdf58e06" providerId="ADAL" clId="{D6981E8B-4BC7-406B-A10C-6534DA5B9B7C}" dt="2025-12-13T15:23:24.654" v="10411" actId="164"/>
          <ac:grpSpMkLst>
            <pc:docMk/>
            <pc:sldMk cId="4171791979" sldId="341"/>
            <ac:grpSpMk id="16" creationId="{ABD7DEA4-6F58-BF36-9A4A-F6CFD060CC6F}"/>
          </ac:grpSpMkLst>
        </pc:grpChg>
        <pc:grpChg chg="add mod">
          <ac:chgData name="Diamela Dego" userId="1668acb1-fd17-4c55-9898-11b4bdf58e06" providerId="ADAL" clId="{D6981E8B-4BC7-406B-A10C-6534DA5B9B7C}" dt="2025-12-13T15:16:50.644" v="10292" actId="164"/>
          <ac:grpSpMkLst>
            <pc:docMk/>
            <pc:sldMk cId="4171791979" sldId="341"/>
            <ac:grpSpMk id="18" creationId="{840467E9-5826-F35C-C931-0F47C5859C94}"/>
          </ac:grpSpMkLst>
        </pc:grpChg>
        <pc:grpChg chg="add mod">
          <ac:chgData name="Diamela Dego" userId="1668acb1-fd17-4c55-9898-11b4bdf58e06" providerId="ADAL" clId="{D6981E8B-4BC7-406B-A10C-6534DA5B9B7C}" dt="2025-12-13T15:23:16.731" v="10409" actId="164"/>
          <ac:grpSpMkLst>
            <pc:docMk/>
            <pc:sldMk cId="4171791979" sldId="341"/>
            <ac:grpSpMk id="19" creationId="{3689A732-4DE6-F5B8-B457-B15B2E615809}"/>
          </ac:grpSpMkLst>
        </pc:grpChg>
        <pc:grpChg chg="add mod">
          <ac:chgData name="Diamela Dego" userId="1668acb1-fd17-4c55-9898-11b4bdf58e06" providerId="ADAL" clId="{D6981E8B-4BC7-406B-A10C-6534DA5B9B7C}" dt="2025-12-13T15:23:20.314" v="10410" actId="164"/>
          <ac:grpSpMkLst>
            <pc:docMk/>
            <pc:sldMk cId="4171791979" sldId="341"/>
            <ac:grpSpMk id="20" creationId="{F292C6A9-990E-397D-678B-CC10256D63F7}"/>
          </ac:grpSpMkLst>
        </pc:grpChg>
        <pc:grpChg chg="add mod">
          <ac:chgData name="Diamela Dego" userId="1668acb1-fd17-4c55-9898-11b4bdf58e06" providerId="ADAL" clId="{D6981E8B-4BC7-406B-A10C-6534DA5B9B7C}" dt="2025-12-13T15:23:24.654" v="10411" actId="164"/>
          <ac:grpSpMkLst>
            <pc:docMk/>
            <pc:sldMk cId="4171791979" sldId="341"/>
            <ac:grpSpMk id="21" creationId="{D2B72F4E-9E6A-C120-E5E9-04145F572EF9}"/>
          </ac:grpSpMkLst>
        </pc:grpChg>
        <pc:grpChg chg="add mod ord">
          <ac:chgData name="Diamela Dego" userId="1668acb1-fd17-4c55-9898-11b4bdf58e06" providerId="ADAL" clId="{D6981E8B-4BC7-406B-A10C-6534DA5B9B7C}" dt="2025-12-13T15:16:42.414" v="10290" actId="164"/>
          <ac:grpSpMkLst>
            <pc:docMk/>
            <pc:sldMk cId="4171791979" sldId="341"/>
            <ac:grpSpMk id="92" creationId="{E3E6AE96-FF4F-212D-3C55-028C9738E523}"/>
          </ac:grpSpMkLst>
        </pc:grpChg>
        <pc:grpChg chg="add mod ord">
          <ac:chgData name="Diamela Dego" userId="1668acb1-fd17-4c55-9898-11b4bdf58e06" providerId="ADAL" clId="{D6981E8B-4BC7-406B-A10C-6534DA5B9B7C}" dt="2025-12-13T15:16:44.881" v="10291" actId="164"/>
          <ac:grpSpMkLst>
            <pc:docMk/>
            <pc:sldMk cId="4171791979" sldId="341"/>
            <ac:grpSpMk id="95" creationId="{B67E3ACA-13E2-EFBC-A373-FC05756D89CD}"/>
          </ac:grpSpMkLst>
        </pc:grpChg>
        <pc:grpChg chg="add del mod ord">
          <ac:chgData name="Diamela Dego" userId="1668acb1-fd17-4c55-9898-11b4bdf58e06" providerId="ADAL" clId="{D6981E8B-4BC7-406B-A10C-6534DA5B9B7C}" dt="2025-12-13T15:16:40.457" v="10289" actId="164"/>
          <ac:grpSpMkLst>
            <pc:docMk/>
            <pc:sldMk cId="4171791979" sldId="341"/>
            <ac:grpSpMk id="98" creationId="{E78A2AC6-C7F2-18BB-16A2-FD82A68343FF}"/>
          </ac:grpSpMkLst>
        </pc:grpChg>
        <pc:picChg chg="add mod">
          <ac:chgData name="Diamela Dego" userId="1668acb1-fd17-4c55-9898-11b4bdf58e06" providerId="ADAL" clId="{D6981E8B-4BC7-406B-A10C-6534DA5B9B7C}" dt="2025-12-13T15:16:27.152" v="10280" actId="164"/>
          <ac:picMkLst>
            <pc:docMk/>
            <pc:sldMk cId="4171791979" sldId="341"/>
            <ac:picMk id="47" creationId="{1AC028A4-CCFB-C57E-8808-50D656AE28EC}"/>
          </ac:picMkLst>
        </pc:picChg>
        <pc:picChg chg="add mod">
          <ac:chgData name="Diamela Dego" userId="1668acb1-fd17-4c55-9898-11b4bdf58e06" providerId="ADAL" clId="{D6981E8B-4BC7-406B-A10C-6534DA5B9B7C}" dt="2025-12-13T15:16:31.812" v="10283" actId="164"/>
          <ac:picMkLst>
            <pc:docMk/>
            <pc:sldMk cId="4171791979" sldId="341"/>
            <ac:picMk id="48" creationId="{84842FB6-19C2-28C9-0466-FFF8E02A8C1B}"/>
          </ac:picMkLst>
        </pc:picChg>
        <pc:picChg chg="add mod">
          <ac:chgData name="Diamela Dego" userId="1668acb1-fd17-4c55-9898-11b4bdf58e06" providerId="ADAL" clId="{D6981E8B-4BC7-406B-A10C-6534DA5B9B7C}" dt="2025-12-13T15:16:35.057" v="10284" actId="164"/>
          <ac:picMkLst>
            <pc:docMk/>
            <pc:sldMk cId="4171791979" sldId="341"/>
            <ac:picMk id="51" creationId="{5046B817-558A-F516-8B0A-8FC1611DCB43}"/>
          </ac:picMkLst>
        </pc:picChg>
        <pc:cxnChg chg="add mod">
          <ac:chgData name="Diamela Dego" userId="1668acb1-fd17-4c55-9898-11b4bdf58e06" providerId="ADAL" clId="{D6981E8B-4BC7-406B-A10C-6534DA5B9B7C}" dt="2025-12-13T15:16:50.644" v="10292" actId="164"/>
          <ac:cxnSpMkLst>
            <pc:docMk/>
            <pc:sldMk cId="4171791979" sldId="341"/>
            <ac:cxnSpMk id="22" creationId="{19B058A8-0FD6-8F2D-EA6B-D82CD4B83C97}"/>
          </ac:cxnSpMkLst>
        </pc:cxnChg>
        <pc:cxnChg chg="add mod">
          <ac:chgData name="Diamela Dego" userId="1668acb1-fd17-4c55-9898-11b4bdf58e06" providerId="ADAL" clId="{D6981E8B-4BC7-406B-A10C-6534DA5B9B7C}" dt="2025-12-13T15:16:50.644" v="10292" actId="164"/>
          <ac:cxnSpMkLst>
            <pc:docMk/>
            <pc:sldMk cId="4171791979" sldId="341"/>
            <ac:cxnSpMk id="26" creationId="{7D4D501A-59A9-7316-2355-69722C4ACE4F}"/>
          </ac:cxnSpMkLst>
        </pc:cxnChg>
        <pc:cxnChg chg="add mod">
          <ac:chgData name="Diamela Dego" userId="1668acb1-fd17-4c55-9898-11b4bdf58e06" providerId="ADAL" clId="{D6981E8B-4BC7-406B-A10C-6534DA5B9B7C}" dt="2025-12-13T15:16:50.644" v="10292" actId="164"/>
          <ac:cxnSpMkLst>
            <pc:docMk/>
            <pc:sldMk cId="4171791979" sldId="341"/>
            <ac:cxnSpMk id="41" creationId="{6E9F28DD-5790-4DCA-511B-B21FC266E67B}"/>
          </ac:cxnSpMkLst>
        </pc:cxnChg>
      </pc:sldChg>
      <pc:sldChg chg="addSp delSp modSp add mod addAnim delAnim modAnim">
        <pc:chgData name="Diamela Dego" userId="1668acb1-fd17-4c55-9898-11b4bdf58e06" providerId="ADAL" clId="{D6981E8B-4BC7-406B-A10C-6534DA5B9B7C}" dt="2025-12-13T19:04:21.768" v="16098" actId="1036"/>
        <pc:sldMkLst>
          <pc:docMk/>
          <pc:sldMk cId="2628049243" sldId="345"/>
        </pc:sldMkLst>
        <pc:spChg chg="add mod">
          <ac:chgData name="Diamela Dego" userId="1668acb1-fd17-4c55-9898-11b4bdf58e06" providerId="ADAL" clId="{D6981E8B-4BC7-406B-A10C-6534DA5B9B7C}" dt="2025-12-13T19:04:09.123" v="16078" actId="14100"/>
          <ac:spMkLst>
            <pc:docMk/>
            <pc:sldMk cId="2628049243" sldId="345"/>
            <ac:spMk id="2" creationId="{C3E52FAE-B1E5-A59F-AEE6-D6DFD2C83CFF}"/>
          </ac:spMkLst>
        </pc:spChg>
        <pc:spChg chg="add mod">
          <ac:chgData name="Diamela Dego" userId="1668acb1-fd17-4c55-9898-11b4bdf58e06" providerId="ADAL" clId="{D6981E8B-4BC7-406B-A10C-6534DA5B9B7C}" dt="2025-12-13T19:04:21.768" v="16098" actId="1036"/>
          <ac:spMkLst>
            <pc:docMk/>
            <pc:sldMk cId="2628049243" sldId="345"/>
            <ac:spMk id="3" creationId="{7F4B9841-C242-8232-FF4C-CD9B4B988F7D}"/>
          </ac:spMkLst>
        </pc:spChg>
        <pc:spChg chg="add mod">
          <ac:chgData name="Diamela Dego" userId="1668acb1-fd17-4c55-9898-11b4bdf58e06" providerId="ADAL" clId="{D6981E8B-4BC7-406B-A10C-6534DA5B9B7C}" dt="2025-12-13T19:04:21.768" v="16098" actId="1036"/>
          <ac:spMkLst>
            <pc:docMk/>
            <pc:sldMk cId="2628049243" sldId="345"/>
            <ac:spMk id="4" creationId="{8022DD0C-95FB-DF18-F58F-25C7F821EB09}"/>
          </ac:spMkLst>
        </pc:spChg>
        <pc:spChg chg="mod">
          <ac:chgData name="Diamela Dego" userId="1668acb1-fd17-4c55-9898-11b4bdf58e06" providerId="ADAL" clId="{D6981E8B-4BC7-406B-A10C-6534DA5B9B7C}" dt="2025-12-13T03:45:20.099" v="8104" actId="404"/>
          <ac:spMkLst>
            <pc:docMk/>
            <pc:sldMk cId="2628049243" sldId="345"/>
            <ac:spMk id="9" creationId="{22CA3D92-F5C0-0E0E-148B-897DDD1ECCFC}"/>
          </ac:spMkLst>
        </pc:spChg>
        <pc:spChg chg="add mod">
          <ac:chgData name="Diamela Dego" userId="1668acb1-fd17-4c55-9898-11b4bdf58e06" providerId="ADAL" clId="{D6981E8B-4BC7-406B-A10C-6534DA5B9B7C}" dt="2025-12-13T06:13:52.752" v="8973" actId="1037"/>
          <ac:spMkLst>
            <pc:docMk/>
            <pc:sldMk cId="2628049243" sldId="345"/>
            <ac:spMk id="10" creationId="{0458529E-BC5E-5B7C-CF8D-D634F976124A}"/>
          </ac:spMkLst>
        </pc:spChg>
        <pc:spChg chg="add mod">
          <ac:chgData name="Diamela Dego" userId="1668acb1-fd17-4c55-9898-11b4bdf58e06" providerId="ADAL" clId="{D6981E8B-4BC7-406B-A10C-6534DA5B9B7C}" dt="2025-12-13T06:13:52.752" v="8973" actId="1037"/>
          <ac:spMkLst>
            <pc:docMk/>
            <pc:sldMk cId="2628049243" sldId="345"/>
            <ac:spMk id="13" creationId="{962CF8AD-A7F1-DEB4-2E47-9A5CED69F379}"/>
          </ac:spMkLst>
        </pc:spChg>
        <pc:spChg chg="add mod">
          <ac:chgData name="Diamela Dego" userId="1668acb1-fd17-4c55-9898-11b4bdf58e06" providerId="ADAL" clId="{D6981E8B-4BC7-406B-A10C-6534DA5B9B7C}" dt="2025-12-13T06:13:52.752" v="8973" actId="1037"/>
          <ac:spMkLst>
            <pc:docMk/>
            <pc:sldMk cId="2628049243" sldId="345"/>
            <ac:spMk id="15" creationId="{5FD0B888-32A5-6F71-7AE3-F712F1F68050}"/>
          </ac:spMkLst>
        </pc:spChg>
        <pc:spChg chg="add del mod">
          <ac:chgData name="Diamela Dego" userId="1668acb1-fd17-4c55-9898-11b4bdf58e06" providerId="ADAL" clId="{D6981E8B-4BC7-406B-A10C-6534DA5B9B7C}" dt="2025-12-13T06:13:52.752" v="8973" actId="1037"/>
          <ac:spMkLst>
            <pc:docMk/>
            <pc:sldMk cId="2628049243" sldId="345"/>
            <ac:spMk id="16" creationId="{A023DC1F-FC74-C7A4-DC90-3965BA892EAA}"/>
          </ac:spMkLst>
        </pc:spChg>
        <pc:spChg chg="add mod">
          <ac:chgData name="Diamela Dego" userId="1668acb1-fd17-4c55-9898-11b4bdf58e06" providerId="ADAL" clId="{D6981E8B-4BC7-406B-A10C-6534DA5B9B7C}" dt="2025-12-13T06:13:52.752" v="8973" actId="1037"/>
          <ac:spMkLst>
            <pc:docMk/>
            <pc:sldMk cId="2628049243" sldId="345"/>
            <ac:spMk id="17" creationId="{A71DE285-7A28-CF60-B1EB-6A7EB9ED4EE4}"/>
          </ac:spMkLst>
        </pc:spChg>
        <pc:spChg chg="mod">
          <ac:chgData name="Diamela Dego" userId="1668acb1-fd17-4c55-9898-11b4bdf58e06" providerId="ADAL" clId="{D6981E8B-4BC7-406B-A10C-6534DA5B9B7C}" dt="2025-12-13T19:04:07.920" v="16077" actId="14100"/>
          <ac:spMkLst>
            <pc:docMk/>
            <pc:sldMk cId="2628049243" sldId="345"/>
            <ac:spMk id="20" creationId="{9A1BEC31-F77A-CDD1-EAB6-01B1E2F05EDB}"/>
          </ac:spMkLst>
        </pc:spChg>
        <pc:spChg chg="mod">
          <ac:chgData name="Diamela Dego" userId="1668acb1-fd17-4c55-9898-11b4bdf58e06" providerId="ADAL" clId="{D6981E8B-4BC7-406B-A10C-6534DA5B9B7C}" dt="2025-12-13T06:14:31.261" v="8983" actId="1076"/>
          <ac:spMkLst>
            <pc:docMk/>
            <pc:sldMk cId="2628049243" sldId="345"/>
            <ac:spMk id="22" creationId="{DE3E7583-81EE-EDAC-8ED6-851F0A18F457}"/>
          </ac:spMkLst>
        </pc:spChg>
        <pc:spChg chg="mod">
          <ac:chgData name="Diamela Dego" userId="1668acb1-fd17-4c55-9898-11b4bdf58e06" providerId="ADAL" clId="{D6981E8B-4BC7-406B-A10C-6534DA5B9B7C}" dt="2025-12-13T15:24:27.007" v="10420" actId="1037"/>
          <ac:spMkLst>
            <pc:docMk/>
            <pc:sldMk cId="2628049243" sldId="345"/>
            <ac:spMk id="23" creationId="{FA40247F-D03D-5502-BD61-5A0419EF89CE}"/>
          </ac:spMkLst>
        </pc:spChg>
        <pc:spChg chg="mod">
          <ac:chgData name="Diamela Dego" userId="1668acb1-fd17-4c55-9898-11b4bdf58e06" providerId="ADAL" clId="{D6981E8B-4BC7-406B-A10C-6534DA5B9B7C}" dt="2025-12-13T06:14:48.041" v="8989" actId="14100"/>
          <ac:spMkLst>
            <pc:docMk/>
            <pc:sldMk cId="2628049243" sldId="345"/>
            <ac:spMk id="27" creationId="{32614C54-7AEB-1599-1F31-DAD18C035978}"/>
          </ac:spMkLst>
        </pc:spChg>
        <pc:picChg chg="add mod">
          <ac:chgData name="Diamela Dego" userId="1668acb1-fd17-4c55-9898-11b4bdf58e06" providerId="ADAL" clId="{D6981E8B-4BC7-406B-A10C-6534DA5B9B7C}" dt="2025-12-13T06:13:52.752" v="8973" actId="1037"/>
          <ac:picMkLst>
            <pc:docMk/>
            <pc:sldMk cId="2628049243" sldId="345"/>
            <ac:picMk id="19" creationId="{61F64A04-C241-E711-5BC1-E29F87E76366}"/>
          </ac:picMkLst>
        </pc:picChg>
        <pc:picChg chg="mod">
          <ac:chgData name="Diamela Dego" userId="1668acb1-fd17-4c55-9898-11b4bdf58e06" providerId="ADAL" clId="{D6981E8B-4BC7-406B-A10C-6534DA5B9B7C}" dt="2025-12-13T06:13:52.752" v="8973" actId="1037"/>
          <ac:picMkLst>
            <pc:docMk/>
            <pc:sldMk cId="2628049243" sldId="345"/>
            <ac:picMk id="33" creationId="{891D5A66-674C-4BBB-89F0-8148C596B363}"/>
          </ac:picMkLst>
        </pc:picChg>
        <pc:picChg chg="mod">
          <ac:chgData name="Diamela Dego" userId="1668acb1-fd17-4c55-9898-11b4bdf58e06" providerId="ADAL" clId="{D6981E8B-4BC7-406B-A10C-6534DA5B9B7C}" dt="2025-12-13T06:14:08.969" v="8978" actId="1038"/>
          <ac:picMkLst>
            <pc:docMk/>
            <pc:sldMk cId="2628049243" sldId="345"/>
            <ac:picMk id="38" creationId="{50985BC6-0237-F5A5-5C1E-85D31DC41171}"/>
          </ac:picMkLst>
        </pc:picChg>
        <pc:picChg chg="mod ord">
          <ac:chgData name="Diamela Dego" userId="1668acb1-fd17-4c55-9898-11b4bdf58e06" providerId="ADAL" clId="{D6981E8B-4BC7-406B-A10C-6534DA5B9B7C}" dt="2025-12-13T06:14:29.184" v="8982" actId="1076"/>
          <ac:picMkLst>
            <pc:docMk/>
            <pc:sldMk cId="2628049243" sldId="345"/>
            <ac:picMk id="52" creationId="{23F92512-E1C6-9A64-C6FE-054A2E70E4AD}"/>
          </ac:picMkLst>
        </pc:picChg>
        <pc:picChg chg="add mod">
          <ac:chgData name="Diamela Dego" userId="1668acb1-fd17-4c55-9898-11b4bdf58e06" providerId="ADAL" clId="{D6981E8B-4BC7-406B-A10C-6534DA5B9B7C}" dt="2025-12-13T06:13:52.752" v="8973" actId="1037"/>
          <ac:picMkLst>
            <pc:docMk/>
            <pc:sldMk cId="2628049243" sldId="345"/>
            <ac:picMk id="1026" creationId="{CE988ACE-FAC0-62FF-D392-A654986F167C}"/>
          </ac:picMkLst>
        </pc:picChg>
      </pc:sldChg>
      <pc:sldChg chg="addSp delSp modSp add mod delAnim modAnim">
        <pc:chgData name="Diamela Dego" userId="1668acb1-fd17-4c55-9898-11b4bdf58e06" providerId="ADAL" clId="{D6981E8B-4BC7-406B-A10C-6534DA5B9B7C}" dt="2025-12-13T17:33:24.689" v="13484"/>
        <pc:sldMkLst>
          <pc:docMk/>
          <pc:sldMk cId="995035558" sldId="346"/>
        </pc:sldMkLst>
        <pc:spChg chg="mod">
          <ac:chgData name="Diamela Dego" userId="1668acb1-fd17-4c55-9898-11b4bdf58e06" providerId="ADAL" clId="{D6981E8B-4BC7-406B-A10C-6534DA5B9B7C}" dt="2025-12-13T15:30:58.873" v="10610" actId="20577"/>
          <ac:spMkLst>
            <pc:docMk/>
            <pc:sldMk cId="995035558" sldId="346"/>
            <ac:spMk id="6" creationId="{EE5B28E1-303E-512C-3796-774AF711A340}"/>
          </ac:spMkLst>
        </pc:spChg>
        <pc:spChg chg="add del">
          <ac:chgData name="Diamela Dego" userId="1668acb1-fd17-4c55-9898-11b4bdf58e06" providerId="ADAL" clId="{D6981E8B-4BC7-406B-A10C-6534DA5B9B7C}" dt="2025-12-13T15:47:33.042" v="10765" actId="21"/>
          <ac:spMkLst>
            <pc:docMk/>
            <pc:sldMk cId="995035558" sldId="346"/>
            <ac:spMk id="8" creationId="{19188157-6FFB-5E4E-8F7D-4DC4F62D292D}"/>
          </ac:spMkLst>
        </pc:spChg>
        <pc:spChg chg="add mod">
          <ac:chgData name="Diamela Dego" userId="1668acb1-fd17-4c55-9898-11b4bdf58e06" providerId="ADAL" clId="{D6981E8B-4BC7-406B-A10C-6534DA5B9B7C}" dt="2025-12-13T15:47:26.703" v="10758" actId="164"/>
          <ac:spMkLst>
            <pc:docMk/>
            <pc:sldMk cId="995035558" sldId="346"/>
            <ac:spMk id="24" creationId="{52920F3C-967D-8D05-F81D-B4879DDFD931}"/>
          </ac:spMkLst>
        </pc:spChg>
        <pc:spChg chg="mod">
          <ac:chgData name="Diamela Dego" userId="1668acb1-fd17-4c55-9898-11b4bdf58e06" providerId="ADAL" clId="{D6981E8B-4BC7-406B-A10C-6534DA5B9B7C}" dt="2025-12-13T15:47:34.640" v="10766" actId="571"/>
          <ac:spMkLst>
            <pc:docMk/>
            <pc:sldMk cId="995035558" sldId="346"/>
            <ac:spMk id="58" creationId="{1C65912E-44F6-ADF8-AE87-F6256EC0BF57}"/>
          </ac:spMkLst>
        </pc:spChg>
        <pc:spChg chg="mod">
          <ac:chgData name="Diamela Dego" userId="1668acb1-fd17-4c55-9898-11b4bdf58e06" providerId="ADAL" clId="{D6981E8B-4BC7-406B-A10C-6534DA5B9B7C}" dt="2025-12-13T17:12:36.729" v="12720" actId="14100"/>
          <ac:spMkLst>
            <pc:docMk/>
            <pc:sldMk cId="995035558" sldId="346"/>
            <ac:spMk id="62" creationId="{D32B238F-6A5F-E907-1049-B49C1A243B49}"/>
          </ac:spMkLst>
        </pc:spChg>
        <pc:spChg chg="add mod">
          <ac:chgData name="Diamela Dego" userId="1668acb1-fd17-4c55-9898-11b4bdf58e06" providerId="ADAL" clId="{D6981E8B-4BC7-406B-A10C-6534DA5B9B7C}" dt="2025-12-13T17:33:04.480" v="13476" actId="164"/>
          <ac:spMkLst>
            <pc:docMk/>
            <pc:sldMk cId="995035558" sldId="346"/>
            <ac:spMk id="64" creationId="{5061C72D-951B-0C5A-40BF-8067BAB5F07F}"/>
          </ac:spMkLst>
        </pc:spChg>
        <pc:spChg chg="add mod">
          <ac:chgData name="Diamela Dego" userId="1668acb1-fd17-4c55-9898-11b4bdf58e06" providerId="ADAL" clId="{D6981E8B-4BC7-406B-A10C-6534DA5B9B7C}" dt="2025-12-13T17:33:04.480" v="13476" actId="164"/>
          <ac:spMkLst>
            <pc:docMk/>
            <pc:sldMk cId="995035558" sldId="346"/>
            <ac:spMk id="65" creationId="{656B53C4-8936-DD48-2B87-03FEEC5CAE7C}"/>
          </ac:spMkLst>
        </pc:spChg>
        <pc:spChg chg="add mod">
          <ac:chgData name="Diamela Dego" userId="1668acb1-fd17-4c55-9898-11b4bdf58e06" providerId="ADAL" clId="{D6981E8B-4BC7-406B-A10C-6534DA5B9B7C}" dt="2025-12-13T17:33:08.098" v="13477" actId="164"/>
          <ac:spMkLst>
            <pc:docMk/>
            <pc:sldMk cId="995035558" sldId="346"/>
            <ac:spMk id="66" creationId="{68DEDC96-1CC7-DF13-50CD-7F2BCFF72D0B}"/>
          </ac:spMkLst>
        </pc:spChg>
        <pc:spChg chg="add mod">
          <ac:chgData name="Diamela Dego" userId="1668acb1-fd17-4c55-9898-11b4bdf58e06" providerId="ADAL" clId="{D6981E8B-4BC7-406B-A10C-6534DA5B9B7C}" dt="2025-12-13T17:33:08.098" v="13477" actId="164"/>
          <ac:spMkLst>
            <pc:docMk/>
            <pc:sldMk cId="995035558" sldId="346"/>
            <ac:spMk id="67" creationId="{E108E5B8-2295-9F48-5B50-FA0285571543}"/>
          </ac:spMkLst>
        </pc:spChg>
        <pc:spChg chg="add mod">
          <ac:chgData name="Diamela Dego" userId="1668acb1-fd17-4c55-9898-11b4bdf58e06" providerId="ADAL" clId="{D6981E8B-4BC7-406B-A10C-6534DA5B9B7C}" dt="2025-12-13T17:33:13.269" v="13478" actId="164"/>
          <ac:spMkLst>
            <pc:docMk/>
            <pc:sldMk cId="995035558" sldId="346"/>
            <ac:spMk id="70" creationId="{4DF1DEDE-E0BE-3E77-2BC6-5872360C6E44}"/>
          </ac:spMkLst>
        </pc:spChg>
        <pc:spChg chg="add mod">
          <ac:chgData name="Diamela Dego" userId="1668acb1-fd17-4c55-9898-11b4bdf58e06" providerId="ADAL" clId="{D6981E8B-4BC7-406B-A10C-6534DA5B9B7C}" dt="2025-12-13T17:33:13.269" v="13478" actId="164"/>
          <ac:spMkLst>
            <pc:docMk/>
            <pc:sldMk cId="995035558" sldId="346"/>
            <ac:spMk id="71" creationId="{C6CCD252-51F4-5792-2CD0-3B2943679F4E}"/>
          </ac:spMkLst>
        </pc:spChg>
        <pc:spChg chg="add mod">
          <ac:chgData name="Diamela Dego" userId="1668acb1-fd17-4c55-9898-11b4bdf58e06" providerId="ADAL" clId="{D6981E8B-4BC7-406B-A10C-6534DA5B9B7C}" dt="2025-12-13T17:33:04.480" v="13476" actId="164"/>
          <ac:spMkLst>
            <pc:docMk/>
            <pc:sldMk cId="995035558" sldId="346"/>
            <ac:spMk id="73" creationId="{C03128B1-D76F-20E2-9C47-DB1CCEF252C2}"/>
          </ac:spMkLst>
        </pc:spChg>
        <pc:spChg chg="add mod">
          <ac:chgData name="Diamela Dego" userId="1668acb1-fd17-4c55-9898-11b4bdf58e06" providerId="ADAL" clId="{D6981E8B-4BC7-406B-A10C-6534DA5B9B7C}" dt="2025-12-13T17:33:08.098" v="13477" actId="164"/>
          <ac:spMkLst>
            <pc:docMk/>
            <pc:sldMk cId="995035558" sldId="346"/>
            <ac:spMk id="74" creationId="{5324FF1D-1296-A403-90EE-5F7C6CAB2051}"/>
          </ac:spMkLst>
        </pc:spChg>
        <pc:spChg chg="add mod">
          <ac:chgData name="Diamela Dego" userId="1668acb1-fd17-4c55-9898-11b4bdf58e06" providerId="ADAL" clId="{D6981E8B-4BC7-406B-A10C-6534DA5B9B7C}" dt="2025-12-13T17:33:13.269" v="13478" actId="164"/>
          <ac:spMkLst>
            <pc:docMk/>
            <pc:sldMk cId="995035558" sldId="346"/>
            <ac:spMk id="76" creationId="{D0BB2635-0C3E-B6F1-C7BE-B37B7E71B54C}"/>
          </ac:spMkLst>
        </pc:spChg>
        <pc:grpChg chg="add mod">
          <ac:chgData name="Diamela Dego" userId="1668acb1-fd17-4c55-9898-11b4bdf58e06" providerId="ADAL" clId="{D6981E8B-4BC7-406B-A10C-6534DA5B9B7C}" dt="2025-12-13T17:33:13.269" v="13478" actId="164"/>
          <ac:grpSpMkLst>
            <pc:docMk/>
            <pc:sldMk cId="995035558" sldId="346"/>
            <ac:grpSpMk id="35" creationId="{22BE86C8-A53C-15CC-B0C8-F1CA94E03F68}"/>
          </ac:grpSpMkLst>
        </pc:grpChg>
        <pc:grpChg chg="add mod">
          <ac:chgData name="Diamela Dego" userId="1668acb1-fd17-4c55-9898-11b4bdf58e06" providerId="ADAL" clId="{D6981E8B-4BC7-406B-A10C-6534DA5B9B7C}" dt="2025-12-13T17:33:08.098" v="13477" actId="164"/>
          <ac:grpSpMkLst>
            <pc:docMk/>
            <pc:sldMk cId="995035558" sldId="346"/>
            <ac:grpSpMk id="57" creationId="{743EB935-75C6-3A58-BB9A-D45FEC727A67}"/>
          </ac:grpSpMkLst>
        </pc:grpChg>
        <pc:grpChg chg="add mod">
          <ac:chgData name="Diamela Dego" userId="1668acb1-fd17-4c55-9898-11b4bdf58e06" providerId="ADAL" clId="{D6981E8B-4BC7-406B-A10C-6534DA5B9B7C}" dt="2025-12-13T17:33:04.480" v="13476" actId="164"/>
          <ac:grpSpMkLst>
            <pc:docMk/>
            <pc:sldMk cId="995035558" sldId="346"/>
            <ac:grpSpMk id="61" creationId="{A9C5F88B-26BA-C64E-2981-4D5C6F8E6F4A}"/>
          </ac:grpSpMkLst>
        </pc:grpChg>
        <pc:grpChg chg="add mod">
          <ac:chgData name="Diamela Dego" userId="1668acb1-fd17-4c55-9898-11b4bdf58e06" providerId="ADAL" clId="{D6981E8B-4BC7-406B-A10C-6534DA5B9B7C}" dt="2025-12-13T17:33:04.480" v="13476" actId="164"/>
          <ac:grpSpMkLst>
            <pc:docMk/>
            <pc:sldMk cId="995035558" sldId="346"/>
            <ac:grpSpMk id="77" creationId="{8108EC21-13BA-9988-3E16-6A70FDFCC803}"/>
          </ac:grpSpMkLst>
        </pc:grpChg>
        <pc:grpChg chg="add mod">
          <ac:chgData name="Diamela Dego" userId="1668acb1-fd17-4c55-9898-11b4bdf58e06" providerId="ADAL" clId="{D6981E8B-4BC7-406B-A10C-6534DA5B9B7C}" dt="2025-12-13T17:33:08.098" v="13477" actId="164"/>
          <ac:grpSpMkLst>
            <pc:docMk/>
            <pc:sldMk cId="995035558" sldId="346"/>
            <ac:grpSpMk id="78" creationId="{6562337B-75C3-3F20-5503-55F2023158D6}"/>
          </ac:grpSpMkLst>
        </pc:grpChg>
        <pc:grpChg chg="add mod">
          <ac:chgData name="Diamela Dego" userId="1668acb1-fd17-4c55-9898-11b4bdf58e06" providerId="ADAL" clId="{D6981E8B-4BC7-406B-A10C-6534DA5B9B7C}" dt="2025-12-13T17:33:13.269" v="13478" actId="164"/>
          <ac:grpSpMkLst>
            <pc:docMk/>
            <pc:sldMk cId="995035558" sldId="346"/>
            <ac:grpSpMk id="79" creationId="{D99B4799-6BCF-563B-EAEA-38CB9A22F8EA}"/>
          </ac:grpSpMkLst>
        </pc:grpChg>
        <pc:picChg chg="add mod modCrop">
          <ac:chgData name="Diamela Dego" userId="1668acb1-fd17-4c55-9898-11b4bdf58e06" providerId="ADAL" clId="{D6981E8B-4BC7-406B-A10C-6534DA5B9B7C}" dt="2025-12-13T15:47:00.842" v="10751" actId="1076"/>
          <ac:picMkLst>
            <pc:docMk/>
            <pc:sldMk cId="995035558" sldId="346"/>
            <ac:picMk id="7" creationId="{DDBB76E3-28A6-B902-1949-A4AF487299B0}"/>
          </ac:picMkLst>
        </pc:picChg>
        <pc:picChg chg="add mod modCrop">
          <ac:chgData name="Diamela Dego" userId="1668acb1-fd17-4c55-9898-11b4bdf58e06" providerId="ADAL" clId="{D6981E8B-4BC7-406B-A10C-6534DA5B9B7C}" dt="2025-12-13T15:47:00.842" v="10751" actId="1076"/>
          <ac:picMkLst>
            <pc:docMk/>
            <pc:sldMk cId="995035558" sldId="346"/>
            <ac:picMk id="11" creationId="{4831F912-18E7-28B5-65BF-F76209BE5BFD}"/>
          </ac:picMkLst>
        </pc:picChg>
        <pc:picChg chg="add mod modCrop">
          <ac:chgData name="Diamela Dego" userId="1668acb1-fd17-4c55-9898-11b4bdf58e06" providerId="ADAL" clId="{D6981E8B-4BC7-406B-A10C-6534DA5B9B7C}" dt="2025-12-13T15:47:00.842" v="10751" actId="1076"/>
          <ac:picMkLst>
            <pc:docMk/>
            <pc:sldMk cId="995035558" sldId="346"/>
            <ac:picMk id="17" creationId="{AD5829C8-F17D-5DD4-2523-E4266940698F}"/>
          </ac:picMkLst>
        </pc:picChg>
        <pc:cxnChg chg="add mod">
          <ac:chgData name="Diamela Dego" userId="1668acb1-fd17-4c55-9898-11b4bdf58e06" providerId="ADAL" clId="{D6981E8B-4BC7-406B-A10C-6534DA5B9B7C}" dt="2025-12-13T15:47:26.703" v="10758" actId="164"/>
          <ac:cxnSpMkLst>
            <pc:docMk/>
            <pc:sldMk cId="995035558" sldId="346"/>
            <ac:cxnSpMk id="33" creationId="{E4870BD0-24DF-4E48-C534-0C77A4F75C38}"/>
          </ac:cxnSpMkLst>
        </pc:cxnChg>
        <pc:cxnChg chg="mod">
          <ac:chgData name="Diamela Dego" userId="1668acb1-fd17-4c55-9898-11b4bdf58e06" providerId="ADAL" clId="{D6981E8B-4BC7-406B-A10C-6534DA5B9B7C}" dt="2025-12-13T15:47:34.640" v="10766" actId="571"/>
          <ac:cxnSpMkLst>
            <pc:docMk/>
            <pc:sldMk cId="995035558" sldId="346"/>
            <ac:cxnSpMk id="59" creationId="{63BD49F4-FA4E-A57C-863C-E40AFEFF8AC7}"/>
          </ac:cxnSpMkLst>
        </pc:cxnChg>
        <pc:cxnChg chg="mod">
          <ac:chgData name="Diamela Dego" userId="1668acb1-fd17-4c55-9898-11b4bdf58e06" providerId="ADAL" clId="{D6981E8B-4BC7-406B-A10C-6534DA5B9B7C}" dt="2025-12-13T15:47:37.972" v="10769"/>
          <ac:cxnSpMkLst>
            <pc:docMk/>
            <pc:sldMk cId="995035558" sldId="346"/>
            <ac:cxnSpMk id="63" creationId="{B496282D-5C3A-85D6-F830-BC17C5633704}"/>
          </ac:cxnSpMkLst>
        </pc:cxnChg>
      </pc:sldChg>
      <pc:sldChg chg="addSp delSp modSp add mod delAnim modAnim">
        <pc:chgData name="Diamela Dego" userId="1668acb1-fd17-4c55-9898-11b4bdf58e06" providerId="ADAL" clId="{D6981E8B-4BC7-406B-A10C-6534DA5B9B7C}" dt="2025-12-13T17:35:24.818" v="13534" actId="732"/>
        <pc:sldMkLst>
          <pc:docMk/>
          <pc:sldMk cId="697346719" sldId="347"/>
        </pc:sldMkLst>
        <pc:spChg chg="mod">
          <ac:chgData name="Diamela Dego" userId="1668acb1-fd17-4c55-9898-11b4bdf58e06" providerId="ADAL" clId="{D6981E8B-4BC7-406B-A10C-6534DA5B9B7C}" dt="2025-12-13T16:34:53.336" v="12024" actId="34135"/>
          <ac:spMkLst>
            <pc:docMk/>
            <pc:sldMk cId="697346719" sldId="347"/>
            <ac:spMk id="8" creationId="{E7F18C9C-8509-DC43-1BAC-D3E2D253B4CF}"/>
          </ac:spMkLst>
        </pc:spChg>
        <pc:spChg chg="mod">
          <ac:chgData name="Diamela Dego" userId="1668acb1-fd17-4c55-9898-11b4bdf58e06" providerId="ADAL" clId="{D6981E8B-4BC7-406B-A10C-6534DA5B9B7C}" dt="2025-12-13T16:09:34.717" v="11338"/>
          <ac:spMkLst>
            <pc:docMk/>
            <pc:sldMk cId="697346719" sldId="347"/>
            <ac:spMk id="18" creationId="{B6D136DA-32A3-F495-8427-E1670EDA1F8B}"/>
          </ac:spMkLst>
        </pc:spChg>
        <pc:spChg chg="add mod">
          <ac:chgData name="Diamela Dego" userId="1668acb1-fd17-4c55-9898-11b4bdf58e06" providerId="ADAL" clId="{D6981E8B-4BC7-406B-A10C-6534DA5B9B7C}" dt="2025-12-13T17:32:15.077" v="13466" actId="164"/>
          <ac:spMkLst>
            <pc:docMk/>
            <pc:sldMk cId="697346719" sldId="347"/>
            <ac:spMk id="20" creationId="{254AC31C-BB8F-49C3-3C74-A2A79266D6F6}"/>
          </ac:spMkLst>
        </pc:spChg>
        <pc:spChg chg="add mod">
          <ac:chgData name="Diamela Dego" userId="1668acb1-fd17-4c55-9898-11b4bdf58e06" providerId="ADAL" clId="{D6981E8B-4BC7-406B-A10C-6534DA5B9B7C}" dt="2025-12-13T17:32:15.077" v="13466" actId="164"/>
          <ac:spMkLst>
            <pc:docMk/>
            <pc:sldMk cId="697346719" sldId="347"/>
            <ac:spMk id="21" creationId="{26647FD1-6EBE-D1C8-75A7-43DEFFABFF46}"/>
          </ac:spMkLst>
        </pc:spChg>
        <pc:spChg chg="mod">
          <ac:chgData name="Diamela Dego" userId="1668acb1-fd17-4c55-9898-11b4bdf58e06" providerId="ADAL" clId="{D6981E8B-4BC7-406B-A10C-6534DA5B9B7C}" dt="2025-12-13T16:09:41.460" v="11340"/>
          <ac:spMkLst>
            <pc:docMk/>
            <pc:sldMk cId="697346719" sldId="347"/>
            <ac:spMk id="23" creationId="{7C48D6F6-00F7-C294-BFFB-2F1747D7821E}"/>
          </ac:spMkLst>
        </pc:spChg>
        <pc:spChg chg="add mod">
          <ac:chgData name="Diamela Dego" userId="1668acb1-fd17-4c55-9898-11b4bdf58e06" providerId="ADAL" clId="{D6981E8B-4BC7-406B-A10C-6534DA5B9B7C}" dt="2025-12-13T17:32:23.074" v="13468" actId="164"/>
          <ac:spMkLst>
            <pc:docMk/>
            <pc:sldMk cId="697346719" sldId="347"/>
            <ac:spMk id="26" creationId="{1230704A-CBFC-E482-7949-A01C0D8DE83F}"/>
          </ac:spMkLst>
        </pc:spChg>
        <pc:spChg chg="add mod">
          <ac:chgData name="Diamela Dego" userId="1668acb1-fd17-4c55-9898-11b4bdf58e06" providerId="ADAL" clId="{D6981E8B-4BC7-406B-A10C-6534DA5B9B7C}" dt="2025-12-13T17:32:23.074" v="13468" actId="164"/>
          <ac:spMkLst>
            <pc:docMk/>
            <pc:sldMk cId="697346719" sldId="347"/>
            <ac:spMk id="27" creationId="{B34709E5-348B-26B1-390A-0E3A0927D551}"/>
          </ac:spMkLst>
        </pc:spChg>
        <pc:spChg chg="add mod">
          <ac:chgData name="Diamela Dego" userId="1668acb1-fd17-4c55-9898-11b4bdf58e06" providerId="ADAL" clId="{D6981E8B-4BC7-406B-A10C-6534DA5B9B7C}" dt="2025-12-13T17:08:01.884" v="12639" actId="1076"/>
          <ac:spMkLst>
            <pc:docMk/>
            <pc:sldMk cId="697346719" sldId="347"/>
            <ac:spMk id="28" creationId="{0AB70251-49FA-653E-B4E9-9E639ECE4CA3}"/>
          </ac:spMkLst>
        </pc:spChg>
        <pc:spChg chg="add mod">
          <ac:chgData name="Diamela Dego" userId="1668acb1-fd17-4c55-9898-11b4bdf58e06" providerId="ADAL" clId="{D6981E8B-4BC7-406B-A10C-6534DA5B9B7C}" dt="2025-12-13T16:35:02.594" v="12030" actId="1037"/>
          <ac:spMkLst>
            <pc:docMk/>
            <pc:sldMk cId="697346719" sldId="347"/>
            <ac:spMk id="29" creationId="{9414959D-E17D-D8D3-B3F7-07A6F69F1755}"/>
          </ac:spMkLst>
        </pc:spChg>
        <pc:spChg chg="add mod">
          <ac:chgData name="Diamela Dego" userId="1668acb1-fd17-4c55-9898-11b4bdf58e06" providerId="ADAL" clId="{D6981E8B-4BC7-406B-A10C-6534DA5B9B7C}" dt="2025-12-13T16:35:02.594" v="12030" actId="1037"/>
          <ac:spMkLst>
            <pc:docMk/>
            <pc:sldMk cId="697346719" sldId="347"/>
            <ac:spMk id="30" creationId="{02E75FD2-C565-06E3-CD17-5F3B9DE8D242}"/>
          </ac:spMkLst>
        </pc:spChg>
        <pc:spChg chg="mod">
          <ac:chgData name="Diamela Dego" userId="1668acb1-fd17-4c55-9898-11b4bdf58e06" providerId="ADAL" clId="{D6981E8B-4BC7-406B-A10C-6534DA5B9B7C}" dt="2025-12-13T17:04:08.900" v="12416" actId="1076"/>
          <ac:spMkLst>
            <pc:docMk/>
            <pc:sldMk cId="697346719" sldId="347"/>
            <ac:spMk id="43" creationId="{5E708775-9505-9975-3B4A-182C6ED7DA02}"/>
          </ac:spMkLst>
        </pc:spChg>
        <pc:spChg chg="add mod">
          <ac:chgData name="Diamela Dego" userId="1668acb1-fd17-4c55-9898-11b4bdf58e06" providerId="ADAL" clId="{D6981E8B-4BC7-406B-A10C-6534DA5B9B7C}" dt="2025-12-13T17:32:29.287" v="13469" actId="164"/>
          <ac:spMkLst>
            <pc:docMk/>
            <pc:sldMk cId="697346719" sldId="347"/>
            <ac:spMk id="54" creationId="{631B4F21-BF09-6690-8D68-9CDD72DD1072}"/>
          </ac:spMkLst>
        </pc:spChg>
        <pc:spChg chg="add mod">
          <ac:chgData name="Diamela Dego" userId="1668acb1-fd17-4c55-9898-11b4bdf58e06" providerId="ADAL" clId="{D6981E8B-4BC7-406B-A10C-6534DA5B9B7C}" dt="2025-12-13T17:32:29.287" v="13469" actId="164"/>
          <ac:spMkLst>
            <pc:docMk/>
            <pc:sldMk cId="697346719" sldId="347"/>
            <ac:spMk id="55" creationId="{763DDE6E-F02D-2A7F-E17F-50750E9AA2BD}"/>
          </ac:spMkLst>
        </pc:spChg>
        <pc:spChg chg="add mod">
          <ac:chgData name="Diamela Dego" userId="1668acb1-fd17-4c55-9898-11b4bdf58e06" providerId="ADAL" clId="{D6981E8B-4BC7-406B-A10C-6534DA5B9B7C}" dt="2025-12-13T17:32:29.287" v="13469" actId="164"/>
          <ac:spMkLst>
            <pc:docMk/>
            <pc:sldMk cId="697346719" sldId="347"/>
            <ac:spMk id="56" creationId="{A19F3CEB-6D14-38FD-E379-BD55592E87A0}"/>
          </ac:spMkLst>
        </pc:spChg>
        <pc:grpChg chg="add mod ord">
          <ac:chgData name="Diamela Dego" userId="1668acb1-fd17-4c55-9898-11b4bdf58e06" providerId="ADAL" clId="{D6981E8B-4BC7-406B-A10C-6534DA5B9B7C}" dt="2025-12-13T17:32:17.961" v="13467" actId="164"/>
          <ac:grpSpMkLst>
            <pc:docMk/>
            <pc:sldMk cId="697346719" sldId="347"/>
            <ac:grpSpMk id="16" creationId="{56B8E0BB-F89B-C3BF-2A68-72E3E433DC8B}"/>
          </ac:grpSpMkLst>
        </pc:grpChg>
        <pc:grpChg chg="add del mod ord">
          <ac:chgData name="Diamela Dego" userId="1668acb1-fd17-4c55-9898-11b4bdf58e06" providerId="ADAL" clId="{D6981E8B-4BC7-406B-A10C-6534DA5B9B7C}" dt="2025-12-13T17:32:23.074" v="13468" actId="164"/>
          <ac:grpSpMkLst>
            <pc:docMk/>
            <pc:sldMk cId="697346719" sldId="347"/>
            <ac:grpSpMk id="22" creationId="{AD6F86BA-1F2F-E37C-7598-5C149975877C}"/>
          </ac:grpSpMkLst>
        </pc:grpChg>
        <pc:grpChg chg="add mod ord">
          <ac:chgData name="Diamela Dego" userId="1668acb1-fd17-4c55-9898-11b4bdf58e06" providerId="ADAL" clId="{D6981E8B-4BC7-406B-A10C-6534DA5B9B7C}" dt="2025-12-13T17:32:29.287" v="13469" actId="164"/>
          <ac:grpSpMkLst>
            <pc:docMk/>
            <pc:sldMk cId="697346719" sldId="347"/>
            <ac:grpSpMk id="42" creationId="{DEF9E012-68BF-1BD1-F54F-393C20C1D275}"/>
          </ac:grpSpMkLst>
        </pc:grpChg>
        <pc:grpChg chg="add mod">
          <ac:chgData name="Diamela Dego" userId="1668acb1-fd17-4c55-9898-11b4bdf58e06" providerId="ADAL" clId="{D6981E8B-4BC7-406B-A10C-6534DA5B9B7C}" dt="2025-12-13T17:32:17.961" v="13467" actId="164"/>
          <ac:grpSpMkLst>
            <pc:docMk/>
            <pc:sldMk cId="697346719" sldId="347"/>
            <ac:grpSpMk id="89" creationId="{B98BFA85-3ECB-13A6-EC38-C1FCB4ECACAA}"/>
          </ac:grpSpMkLst>
        </pc:grpChg>
        <pc:grpChg chg="add mod">
          <ac:chgData name="Diamela Dego" userId="1668acb1-fd17-4c55-9898-11b4bdf58e06" providerId="ADAL" clId="{D6981E8B-4BC7-406B-A10C-6534DA5B9B7C}" dt="2025-12-13T17:32:17.961" v="13467" actId="164"/>
          <ac:grpSpMkLst>
            <pc:docMk/>
            <pc:sldMk cId="697346719" sldId="347"/>
            <ac:grpSpMk id="90" creationId="{C072F472-53EF-7942-722E-0F30901A1783}"/>
          </ac:grpSpMkLst>
        </pc:grpChg>
        <pc:grpChg chg="add mod">
          <ac:chgData name="Diamela Dego" userId="1668acb1-fd17-4c55-9898-11b4bdf58e06" providerId="ADAL" clId="{D6981E8B-4BC7-406B-A10C-6534DA5B9B7C}" dt="2025-12-13T17:32:23.074" v="13468" actId="164"/>
          <ac:grpSpMkLst>
            <pc:docMk/>
            <pc:sldMk cId="697346719" sldId="347"/>
            <ac:grpSpMk id="91" creationId="{20FCEC5F-B8D9-112E-EDFD-C4B8BF9A6900}"/>
          </ac:grpSpMkLst>
        </pc:grpChg>
        <pc:grpChg chg="add mod">
          <ac:chgData name="Diamela Dego" userId="1668acb1-fd17-4c55-9898-11b4bdf58e06" providerId="ADAL" clId="{D6981E8B-4BC7-406B-A10C-6534DA5B9B7C}" dt="2025-12-13T17:32:29.287" v="13469" actId="164"/>
          <ac:grpSpMkLst>
            <pc:docMk/>
            <pc:sldMk cId="697346719" sldId="347"/>
            <ac:grpSpMk id="92" creationId="{8750E79F-AC9F-60E8-7E1A-F17B912CE60B}"/>
          </ac:grpSpMkLst>
        </pc:grpChg>
        <pc:picChg chg="add mod modCrop">
          <ac:chgData name="Diamela Dego" userId="1668acb1-fd17-4c55-9898-11b4bdf58e06" providerId="ADAL" clId="{D6981E8B-4BC7-406B-A10C-6534DA5B9B7C}" dt="2025-12-13T17:35:24.818" v="13534" actId="732"/>
          <ac:picMkLst>
            <pc:docMk/>
            <pc:sldMk cId="697346719" sldId="347"/>
            <ac:picMk id="10" creationId="{AA09212A-DC88-5D39-A68F-FA730F0C604E}"/>
          </ac:picMkLst>
        </pc:picChg>
        <pc:picChg chg="add mod modCrop">
          <ac:chgData name="Diamela Dego" userId="1668acb1-fd17-4c55-9898-11b4bdf58e06" providerId="ADAL" clId="{D6981E8B-4BC7-406B-A10C-6534DA5B9B7C}" dt="2025-12-13T16:34:58.837" v="12027" actId="1036"/>
          <ac:picMkLst>
            <pc:docMk/>
            <pc:sldMk cId="697346719" sldId="347"/>
            <ac:picMk id="13" creationId="{B83FDCA5-EA83-278E-23F8-511CE9BED0B5}"/>
          </ac:picMkLst>
        </pc:picChg>
        <pc:cxnChg chg="mod">
          <ac:chgData name="Diamela Dego" userId="1668acb1-fd17-4c55-9898-11b4bdf58e06" providerId="ADAL" clId="{D6981E8B-4BC7-406B-A10C-6534DA5B9B7C}" dt="2025-12-13T17:02:12.176" v="12341" actId="14100"/>
          <ac:cxnSpMkLst>
            <pc:docMk/>
            <pc:sldMk cId="697346719" sldId="347"/>
            <ac:cxnSpMk id="19" creationId="{BD83E057-7FD1-8A2F-C8D3-45096D024083}"/>
          </ac:cxnSpMkLst>
        </pc:cxnChg>
        <pc:cxnChg chg="mod">
          <ac:chgData name="Diamela Dego" userId="1668acb1-fd17-4c55-9898-11b4bdf58e06" providerId="ADAL" clId="{D6981E8B-4BC7-406B-A10C-6534DA5B9B7C}" dt="2025-12-13T17:02:49.833" v="12378" actId="14100"/>
          <ac:cxnSpMkLst>
            <pc:docMk/>
            <pc:sldMk cId="697346719" sldId="347"/>
            <ac:cxnSpMk id="25" creationId="{EA585DAB-7B5E-D3AF-FAE9-3DE92191100F}"/>
          </ac:cxnSpMkLst>
        </pc:cxnChg>
        <pc:cxnChg chg="mod ord">
          <ac:chgData name="Diamela Dego" userId="1668acb1-fd17-4c55-9898-11b4bdf58e06" providerId="ADAL" clId="{D6981E8B-4BC7-406B-A10C-6534DA5B9B7C}" dt="2025-12-13T17:07:23.770" v="12599" actId="166"/>
          <ac:cxnSpMkLst>
            <pc:docMk/>
            <pc:sldMk cId="697346719" sldId="347"/>
            <ac:cxnSpMk id="44" creationId="{523D14E4-8286-6596-9449-81B9B44E85E0}"/>
          </ac:cxnSpMkLst>
        </pc:cxnChg>
      </pc:sldChg>
      <pc:sldChg chg="addSp delSp modSp add mod addAnim delAnim modAnim">
        <pc:chgData name="Diamela Dego" userId="1668acb1-fd17-4c55-9898-11b4bdf58e06" providerId="ADAL" clId="{D6981E8B-4BC7-406B-A10C-6534DA5B9B7C}" dt="2025-12-13T18:40:58.780" v="15419"/>
        <pc:sldMkLst>
          <pc:docMk/>
          <pc:sldMk cId="3957535373" sldId="350"/>
        </pc:sldMkLst>
        <pc:spChg chg="add mod">
          <ac:chgData name="Diamela Dego" userId="1668acb1-fd17-4c55-9898-11b4bdf58e06" providerId="ADAL" clId="{D6981E8B-4BC7-406B-A10C-6534DA5B9B7C}" dt="2025-12-13T17:08:29.967" v="12669" actId="20577"/>
          <ac:spMkLst>
            <pc:docMk/>
            <pc:sldMk cId="3957535373" sldId="350"/>
            <ac:spMk id="9" creationId="{3B413DBC-C420-A08B-F73D-C6B4BBF42586}"/>
          </ac:spMkLst>
        </pc:spChg>
        <pc:spChg chg="add mod">
          <ac:chgData name="Diamela Dego" userId="1668acb1-fd17-4c55-9898-11b4bdf58e06" providerId="ADAL" clId="{D6981E8B-4BC7-406B-A10C-6534DA5B9B7C}" dt="2025-12-13T17:08:13.804" v="12644"/>
          <ac:spMkLst>
            <pc:docMk/>
            <pc:sldMk cId="3957535373" sldId="350"/>
            <ac:spMk id="11" creationId="{D413629C-8222-CD29-66DF-07649826C767}"/>
          </ac:spMkLst>
        </pc:spChg>
        <pc:spChg chg="add mod">
          <ac:chgData name="Diamela Dego" userId="1668acb1-fd17-4c55-9898-11b4bdf58e06" providerId="ADAL" clId="{D6981E8B-4BC7-406B-A10C-6534DA5B9B7C}" dt="2025-12-13T17:08:13.804" v="12644"/>
          <ac:spMkLst>
            <pc:docMk/>
            <pc:sldMk cId="3957535373" sldId="350"/>
            <ac:spMk id="12" creationId="{4F411BB3-33D6-9456-532C-E4E68CAE9C6A}"/>
          </ac:spMkLst>
        </pc:spChg>
        <pc:spChg chg="add mod">
          <ac:chgData name="Diamela Dego" userId="1668acb1-fd17-4c55-9898-11b4bdf58e06" providerId="ADAL" clId="{D6981E8B-4BC7-406B-A10C-6534DA5B9B7C}" dt="2025-12-13T17:33:32.382" v="13485" actId="164"/>
          <ac:spMkLst>
            <pc:docMk/>
            <pc:sldMk cId="3957535373" sldId="350"/>
            <ac:spMk id="33" creationId="{EBB50510-9B0E-17C9-3BD5-E04DB27852B4}"/>
          </ac:spMkLst>
        </pc:spChg>
        <pc:spChg chg="add mod ord">
          <ac:chgData name="Diamela Dego" userId="1668acb1-fd17-4c55-9898-11b4bdf58e06" providerId="ADAL" clId="{D6981E8B-4BC7-406B-A10C-6534DA5B9B7C}" dt="2025-12-13T17:33:40.218" v="13487" actId="164"/>
          <ac:spMkLst>
            <pc:docMk/>
            <pc:sldMk cId="3957535373" sldId="350"/>
            <ac:spMk id="34" creationId="{597FDEE2-1271-FE06-4263-9A3F3F832A67}"/>
          </ac:spMkLst>
        </pc:spChg>
        <pc:spChg chg="mod">
          <ac:chgData name="Diamela Dego" userId="1668acb1-fd17-4c55-9898-11b4bdf58e06" providerId="ADAL" clId="{D6981E8B-4BC7-406B-A10C-6534DA5B9B7C}" dt="2025-12-13T17:19:06.791" v="13173" actId="14100"/>
          <ac:spMkLst>
            <pc:docMk/>
            <pc:sldMk cId="3957535373" sldId="350"/>
            <ac:spMk id="36" creationId="{774C158D-5FD9-94BF-9F90-EBC76DB784DC}"/>
          </ac:spMkLst>
        </pc:spChg>
        <pc:spChg chg="mod">
          <ac:chgData name="Diamela Dego" userId="1668acb1-fd17-4c55-9898-11b4bdf58e06" providerId="ADAL" clId="{D6981E8B-4BC7-406B-A10C-6534DA5B9B7C}" dt="2025-12-13T17:12:14.973" v="12714"/>
          <ac:spMkLst>
            <pc:docMk/>
            <pc:sldMk cId="3957535373" sldId="350"/>
            <ac:spMk id="39" creationId="{E871F9D2-D767-05DA-BA13-B4AC1CA2A8D7}"/>
          </ac:spMkLst>
        </pc:spChg>
        <pc:spChg chg="add mod">
          <ac:chgData name="Diamela Dego" userId="1668acb1-fd17-4c55-9898-11b4bdf58e06" providerId="ADAL" clId="{D6981E8B-4BC7-406B-A10C-6534DA5B9B7C}" dt="2025-12-13T17:33:32.382" v="13485" actId="164"/>
          <ac:spMkLst>
            <pc:docMk/>
            <pc:sldMk cId="3957535373" sldId="350"/>
            <ac:spMk id="45" creationId="{6FCBCDA3-D7C7-C5CB-CA2F-A36AC7F2B2FF}"/>
          </ac:spMkLst>
        </pc:spChg>
        <pc:spChg chg="add mod">
          <ac:chgData name="Diamela Dego" userId="1668acb1-fd17-4c55-9898-11b4bdf58e06" providerId="ADAL" clId="{D6981E8B-4BC7-406B-A10C-6534DA5B9B7C}" dt="2025-12-13T17:33:36.683" v="13486" actId="164"/>
          <ac:spMkLst>
            <pc:docMk/>
            <pc:sldMk cId="3957535373" sldId="350"/>
            <ac:spMk id="50" creationId="{9D32BB18-B31F-F006-5B64-9797CD3E3065}"/>
          </ac:spMkLst>
        </pc:spChg>
        <pc:spChg chg="add mod">
          <ac:chgData name="Diamela Dego" userId="1668acb1-fd17-4c55-9898-11b4bdf58e06" providerId="ADAL" clId="{D6981E8B-4BC7-406B-A10C-6534DA5B9B7C}" dt="2025-12-13T17:33:40.218" v="13487" actId="164"/>
          <ac:spMkLst>
            <pc:docMk/>
            <pc:sldMk cId="3957535373" sldId="350"/>
            <ac:spMk id="52" creationId="{F25FC1FE-46C3-87A4-DB57-43C9E22140CC}"/>
          </ac:spMkLst>
        </pc:spChg>
        <pc:spChg chg="add mod">
          <ac:chgData name="Diamela Dego" userId="1668acb1-fd17-4c55-9898-11b4bdf58e06" providerId="ADAL" clId="{D6981E8B-4BC7-406B-A10C-6534DA5B9B7C}" dt="2025-12-13T17:33:45.301" v="13488" actId="164"/>
          <ac:spMkLst>
            <pc:docMk/>
            <pc:sldMk cId="3957535373" sldId="350"/>
            <ac:spMk id="59" creationId="{FFC5BFE2-4882-CD9C-EBF6-51D0CB588065}"/>
          </ac:spMkLst>
        </pc:spChg>
        <pc:spChg chg="mod">
          <ac:chgData name="Diamela Dego" userId="1668acb1-fd17-4c55-9898-11b4bdf58e06" providerId="ADAL" clId="{D6981E8B-4BC7-406B-A10C-6534DA5B9B7C}" dt="2025-12-13T17:18:03.661" v="13076"/>
          <ac:spMkLst>
            <pc:docMk/>
            <pc:sldMk cId="3957535373" sldId="350"/>
            <ac:spMk id="61" creationId="{9949DCA6-838D-B10B-3171-C54AC15D73C7}"/>
          </ac:spMkLst>
        </pc:spChg>
        <pc:spChg chg="add mod">
          <ac:chgData name="Diamela Dego" userId="1668acb1-fd17-4c55-9898-11b4bdf58e06" providerId="ADAL" clId="{D6981E8B-4BC7-406B-A10C-6534DA5B9B7C}" dt="2025-12-13T17:33:45.301" v="13488" actId="164"/>
          <ac:spMkLst>
            <pc:docMk/>
            <pc:sldMk cId="3957535373" sldId="350"/>
            <ac:spMk id="63" creationId="{B656F6E4-A1AE-8194-BA5E-BEA8B91AD5A3}"/>
          </ac:spMkLst>
        </pc:spChg>
        <pc:spChg chg="add mod">
          <ac:chgData name="Diamela Dego" userId="1668acb1-fd17-4c55-9898-11b4bdf58e06" providerId="ADAL" clId="{D6981E8B-4BC7-406B-A10C-6534DA5B9B7C}" dt="2025-12-13T18:04:59.598" v="14431" actId="1076"/>
          <ac:spMkLst>
            <pc:docMk/>
            <pc:sldMk cId="3957535373" sldId="350"/>
            <ac:spMk id="64" creationId="{8601E8A3-2BDB-50D5-A667-B1D67B2BA17D}"/>
          </ac:spMkLst>
        </pc:spChg>
        <pc:spChg chg="add mod">
          <ac:chgData name="Diamela Dego" userId="1668acb1-fd17-4c55-9898-11b4bdf58e06" providerId="ADAL" clId="{D6981E8B-4BC7-406B-A10C-6534DA5B9B7C}" dt="2025-12-13T18:04:59.598" v="14431" actId="1076"/>
          <ac:spMkLst>
            <pc:docMk/>
            <pc:sldMk cId="3957535373" sldId="350"/>
            <ac:spMk id="65" creationId="{632F3AD9-646E-A865-BFED-ADCA990F7D96}"/>
          </ac:spMkLst>
        </pc:spChg>
        <pc:spChg chg="mod">
          <ac:chgData name="Diamela Dego" userId="1668acb1-fd17-4c55-9898-11b4bdf58e06" providerId="ADAL" clId="{D6981E8B-4BC7-406B-A10C-6534DA5B9B7C}" dt="2025-12-13T17:19:12.499" v="13174"/>
          <ac:spMkLst>
            <pc:docMk/>
            <pc:sldMk cId="3957535373" sldId="350"/>
            <ac:spMk id="68" creationId="{EE8772E9-8F46-0394-ADCC-1A6344763651}"/>
          </ac:spMkLst>
        </pc:spChg>
        <pc:spChg chg="add mod">
          <ac:chgData name="Diamela Dego" userId="1668acb1-fd17-4c55-9898-11b4bdf58e06" providerId="ADAL" clId="{D6981E8B-4BC7-406B-A10C-6534DA5B9B7C}" dt="2025-12-13T17:33:52.630" v="13489" actId="164"/>
          <ac:spMkLst>
            <pc:docMk/>
            <pc:sldMk cId="3957535373" sldId="350"/>
            <ac:spMk id="70" creationId="{5A580151-00A4-89A1-1253-1CBC8DE13949}"/>
          </ac:spMkLst>
        </pc:spChg>
        <pc:spChg chg="add mod">
          <ac:chgData name="Diamela Dego" userId="1668acb1-fd17-4c55-9898-11b4bdf58e06" providerId="ADAL" clId="{D6981E8B-4BC7-406B-A10C-6534DA5B9B7C}" dt="2025-12-13T18:08:44.520" v="14469" actId="14100"/>
          <ac:spMkLst>
            <pc:docMk/>
            <pc:sldMk cId="3957535373" sldId="350"/>
            <ac:spMk id="85" creationId="{B37DA6F5-3F12-1F40-D6C0-A5CF72617FC1}"/>
          </ac:spMkLst>
        </pc:spChg>
        <pc:spChg chg="add mod">
          <ac:chgData name="Diamela Dego" userId="1668acb1-fd17-4c55-9898-11b4bdf58e06" providerId="ADAL" clId="{D6981E8B-4BC7-406B-A10C-6534DA5B9B7C}" dt="2025-12-13T18:08:29.196" v="14464" actId="1076"/>
          <ac:spMkLst>
            <pc:docMk/>
            <pc:sldMk cId="3957535373" sldId="350"/>
            <ac:spMk id="99" creationId="{DA17A5C3-E8A9-ED1F-1329-2C59465BF657}"/>
          </ac:spMkLst>
        </pc:spChg>
        <pc:grpChg chg="add mod">
          <ac:chgData name="Diamela Dego" userId="1668acb1-fd17-4c55-9898-11b4bdf58e06" providerId="ADAL" clId="{D6981E8B-4BC7-406B-A10C-6534DA5B9B7C}" dt="2025-12-13T17:33:36.683" v="13486" actId="164"/>
          <ac:grpSpMkLst>
            <pc:docMk/>
            <pc:sldMk cId="3957535373" sldId="350"/>
            <ac:grpSpMk id="35" creationId="{5817B02D-1196-92D7-4902-857D76CDC801}"/>
          </ac:grpSpMkLst>
        </pc:grpChg>
        <pc:grpChg chg="add mod">
          <ac:chgData name="Diamela Dego" userId="1668acb1-fd17-4c55-9898-11b4bdf58e06" providerId="ADAL" clId="{D6981E8B-4BC7-406B-A10C-6534DA5B9B7C}" dt="2025-12-13T17:33:32.382" v="13485" actId="164"/>
          <ac:grpSpMkLst>
            <pc:docMk/>
            <pc:sldMk cId="3957535373" sldId="350"/>
            <ac:grpSpMk id="38" creationId="{60A438AB-2932-36B5-D470-D501C7830ECA}"/>
          </ac:grpSpMkLst>
        </pc:grpChg>
        <pc:grpChg chg="add mod">
          <ac:chgData name="Diamela Dego" userId="1668acb1-fd17-4c55-9898-11b4bdf58e06" providerId="ADAL" clId="{D6981E8B-4BC7-406B-A10C-6534DA5B9B7C}" dt="2025-12-13T17:33:45.301" v="13488" actId="164"/>
          <ac:grpSpMkLst>
            <pc:docMk/>
            <pc:sldMk cId="3957535373" sldId="350"/>
            <ac:grpSpMk id="60" creationId="{FEA4A093-AD2F-11A8-FE1D-D7C772BAE779}"/>
          </ac:grpSpMkLst>
        </pc:grpChg>
        <pc:grpChg chg="add mod">
          <ac:chgData name="Diamela Dego" userId="1668acb1-fd17-4c55-9898-11b4bdf58e06" providerId="ADAL" clId="{D6981E8B-4BC7-406B-A10C-6534DA5B9B7C}" dt="2025-12-13T17:33:52.630" v="13489" actId="164"/>
          <ac:grpSpMkLst>
            <pc:docMk/>
            <pc:sldMk cId="3957535373" sldId="350"/>
            <ac:grpSpMk id="67" creationId="{50A1F8B9-4800-ACD2-4EA5-20D78464C793}"/>
          </ac:grpSpMkLst>
        </pc:grpChg>
        <pc:grpChg chg="add mod">
          <ac:chgData name="Diamela Dego" userId="1668acb1-fd17-4c55-9898-11b4bdf58e06" providerId="ADAL" clId="{D6981E8B-4BC7-406B-A10C-6534DA5B9B7C}" dt="2025-12-13T17:33:32.382" v="13485" actId="164"/>
          <ac:grpSpMkLst>
            <pc:docMk/>
            <pc:sldMk cId="3957535373" sldId="350"/>
            <ac:grpSpMk id="100" creationId="{04C01DC4-D646-F67C-187E-9D3CF93BD0F3}"/>
          </ac:grpSpMkLst>
        </pc:grpChg>
        <pc:grpChg chg="add mod">
          <ac:chgData name="Diamela Dego" userId="1668acb1-fd17-4c55-9898-11b4bdf58e06" providerId="ADAL" clId="{D6981E8B-4BC7-406B-A10C-6534DA5B9B7C}" dt="2025-12-13T17:33:40.218" v="13487" actId="164"/>
          <ac:grpSpMkLst>
            <pc:docMk/>
            <pc:sldMk cId="3957535373" sldId="350"/>
            <ac:grpSpMk id="101" creationId="{AFD01FA0-5476-C140-150D-FC3DA18FFB2F}"/>
          </ac:grpSpMkLst>
        </pc:grpChg>
        <pc:grpChg chg="add mod">
          <ac:chgData name="Diamela Dego" userId="1668acb1-fd17-4c55-9898-11b4bdf58e06" providerId="ADAL" clId="{D6981E8B-4BC7-406B-A10C-6534DA5B9B7C}" dt="2025-12-13T17:33:40.218" v="13487" actId="164"/>
          <ac:grpSpMkLst>
            <pc:docMk/>
            <pc:sldMk cId="3957535373" sldId="350"/>
            <ac:grpSpMk id="102" creationId="{B9C17248-CC8F-13DC-E3EB-50D55B597FC7}"/>
          </ac:grpSpMkLst>
        </pc:grpChg>
        <pc:grpChg chg="add mod">
          <ac:chgData name="Diamela Dego" userId="1668acb1-fd17-4c55-9898-11b4bdf58e06" providerId="ADAL" clId="{D6981E8B-4BC7-406B-A10C-6534DA5B9B7C}" dt="2025-12-13T17:33:45.301" v="13488" actId="164"/>
          <ac:grpSpMkLst>
            <pc:docMk/>
            <pc:sldMk cId="3957535373" sldId="350"/>
            <ac:grpSpMk id="103" creationId="{DE9855AC-10F8-AA1D-6513-FC94BCDBD656}"/>
          </ac:grpSpMkLst>
        </pc:grpChg>
        <pc:grpChg chg="add mod">
          <ac:chgData name="Diamela Dego" userId="1668acb1-fd17-4c55-9898-11b4bdf58e06" providerId="ADAL" clId="{D6981E8B-4BC7-406B-A10C-6534DA5B9B7C}" dt="2025-12-13T17:33:52.630" v="13489" actId="164"/>
          <ac:grpSpMkLst>
            <pc:docMk/>
            <pc:sldMk cId="3957535373" sldId="350"/>
            <ac:grpSpMk id="104" creationId="{307F4CEC-960A-7536-3B83-8BFEE19F72AE}"/>
          </ac:grpSpMkLst>
        </pc:grpChg>
        <pc:grpChg chg="add mod">
          <ac:chgData name="Diamela Dego" userId="1668acb1-fd17-4c55-9898-11b4bdf58e06" providerId="ADAL" clId="{D6981E8B-4BC7-406B-A10C-6534DA5B9B7C}" dt="2025-12-13T18:08:29.196" v="14464" actId="1076"/>
          <ac:grpSpMkLst>
            <pc:docMk/>
            <pc:sldMk cId="3957535373" sldId="350"/>
            <ac:grpSpMk id="105" creationId="{FDB668FC-ACE8-E1AB-C85C-8E4CD4527D17}"/>
          </ac:grpSpMkLst>
        </pc:grpChg>
        <pc:grpChg chg="add del mod">
          <ac:chgData name="Diamela Dego" userId="1668acb1-fd17-4c55-9898-11b4bdf58e06" providerId="ADAL" clId="{D6981E8B-4BC7-406B-A10C-6534DA5B9B7C}" dt="2025-12-13T18:08:29.196" v="14464" actId="1076"/>
          <ac:grpSpMkLst>
            <pc:docMk/>
            <pc:sldMk cId="3957535373" sldId="350"/>
            <ac:grpSpMk id="107" creationId="{7D8855B3-6D22-CD54-BD9D-FA118582434C}"/>
          </ac:grpSpMkLst>
        </pc:grpChg>
        <pc:grpChg chg="add mod">
          <ac:chgData name="Diamela Dego" userId="1668acb1-fd17-4c55-9898-11b4bdf58e06" providerId="ADAL" clId="{D6981E8B-4BC7-406B-A10C-6534DA5B9B7C}" dt="2025-12-13T18:08:29.196" v="14464" actId="1076"/>
          <ac:grpSpMkLst>
            <pc:docMk/>
            <pc:sldMk cId="3957535373" sldId="350"/>
            <ac:grpSpMk id="112" creationId="{0F152783-2D82-77CE-3C6D-63D0040EE2C6}"/>
          </ac:grpSpMkLst>
        </pc:grpChg>
        <pc:picChg chg="add mod modCrop">
          <ac:chgData name="Diamela Dego" userId="1668acb1-fd17-4c55-9898-11b4bdf58e06" providerId="ADAL" clId="{D6981E8B-4BC7-406B-A10C-6534DA5B9B7C}" dt="2025-12-13T17:12:07.281" v="12712" actId="14100"/>
          <ac:picMkLst>
            <pc:docMk/>
            <pc:sldMk cId="3957535373" sldId="350"/>
            <ac:picMk id="17" creationId="{4F8349AB-C9F0-7D9A-84A5-73453E29D795}"/>
          </ac:picMkLst>
        </pc:picChg>
        <pc:picChg chg="add mod modCrop">
          <ac:chgData name="Diamela Dego" userId="1668acb1-fd17-4c55-9898-11b4bdf58e06" providerId="ADAL" clId="{D6981E8B-4BC7-406B-A10C-6534DA5B9B7C}" dt="2025-12-13T17:12:07.281" v="12712" actId="14100"/>
          <ac:picMkLst>
            <pc:docMk/>
            <pc:sldMk cId="3957535373" sldId="350"/>
            <ac:picMk id="31" creationId="{00EFCA6B-3051-625D-42C7-746801595C96}"/>
          </ac:picMkLst>
        </pc:picChg>
        <pc:picChg chg="add del mod">
          <ac:chgData name="Diamela Dego" userId="1668acb1-fd17-4c55-9898-11b4bdf58e06" providerId="ADAL" clId="{D6981E8B-4BC7-406B-A10C-6534DA5B9B7C}" dt="2025-12-13T18:08:29.196" v="14464" actId="1076"/>
          <ac:picMkLst>
            <pc:docMk/>
            <pc:sldMk cId="3957535373" sldId="350"/>
            <ac:picMk id="106" creationId="{95A0383D-31AE-8B14-6A8E-F9892FDEE4C8}"/>
          </ac:picMkLst>
        </pc:picChg>
        <pc:picChg chg="add mod">
          <ac:chgData name="Diamela Dego" userId="1668acb1-fd17-4c55-9898-11b4bdf58e06" providerId="ADAL" clId="{D6981E8B-4BC7-406B-A10C-6534DA5B9B7C}" dt="2025-12-13T18:08:48.662" v="14476" actId="1035"/>
          <ac:picMkLst>
            <pc:docMk/>
            <pc:sldMk cId="3957535373" sldId="350"/>
            <ac:picMk id="111" creationId="{93DEAA8E-06C7-C16E-369F-9018EAD8D3FA}"/>
          </ac:picMkLst>
        </pc:picChg>
        <pc:cxnChg chg="mod">
          <ac:chgData name="Diamela Dego" userId="1668acb1-fd17-4c55-9898-11b4bdf58e06" providerId="ADAL" clId="{D6981E8B-4BC7-406B-A10C-6534DA5B9B7C}" dt="2025-12-13T17:19:06.791" v="13173" actId="14100"/>
          <ac:cxnSpMkLst>
            <pc:docMk/>
            <pc:sldMk cId="3957535373" sldId="350"/>
            <ac:cxnSpMk id="37" creationId="{E6DC2552-48F2-BF17-2F28-7352D70CC6B9}"/>
          </ac:cxnSpMkLst>
        </pc:cxnChg>
        <pc:cxnChg chg="mod">
          <ac:chgData name="Diamela Dego" userId="1668acb1-fd17-4c55-9898-11b4bdf58e06" providerId="ADAL" clId="{D6981E8B-4BC7-406B-A10C-6534DA5B9B7C}" dt="2025-12-13T17:12:25.891" v="12718" actId="14100"/>
          <ac:cxnSpMkLst>
            <pc:docMk/>
            <pc:sldMk cId="3957535373" sldId="350"/>
            <ac:cxnSpMk id="40" creationId="{422D0CC6-6E50-13A0-95F2-56D1AFD9D098}"/>
          </ac:cxnSpMkLst>
        </pc:cxnChg>
        <pc:cxnChg chg="mod">
          <ac:chgData name="Diamela Dego" userId="1668acb1-fd17-4c55-9898-11b4bdf58e06" providerId="ADAL" clId="{D6981E8B-4BC7-406B-A10C-6534DA5B9B7C}" dt="2025-12-13T17:18:03.661" v="13076"/>
          <ac:cxnSpMkLst>
            <pc:docMk/>
            <pc:sldMk cId="3957535373" sldId="350"/>
            <ac:cxnSpMk id="62" creationId="{8DBFA93B-D933-D52C-CD55-4FD65FEC1FD4}"/>
          </ac:cxnSpMkLst>
        </pc:cxnChg>
        <pc:cxnChg chg="mod">
          <ac:chgData name="Diamela Dego" userId="1668acb1-fd17-4c55-9898-11b4bdf58e06" providerId="ADAL" clId="{D6981E8B-4BC7-406B-A10C-6534DA5B9B7C}" dt="2025-12-13T18:04:59.598" v="14431" actId="1076"/>
          <ac:cxnSpMkLst>
            <pc:docMk/>
            <pc:sldMk cId="3957535373" sldId="350"/>
            <ac:cxnSpMk id="69" creationId="{81A292A8-3129-CF7F-A475-12EC8B9ACD29}"/>
          </ac:cxnSpMkLst>
        </pc:cxnChg>
      </pc:sldChg>
      <pc:sldChg chg="addSp delSp modSp add mod delAnim modAnim">
        <pc:chgData name="Diamela Dego" userId="1668acb1-fd17-4c55-9898-11b4bdf58e06" providerId="ADAL" clId="{D6981E8B-4BC7-406B-A10C-6534DA5B9B7C}" dt="2025-12-13T18:42:26.158" v="15434"/>
        <pc:sldMkLst>
          <pc:docMk/>
          <pc:sldMk cId="1777202595" sldId="351"/>
        </pc:sldMkLst>
        <pc:spChg chg="mod">
          <ac:chgData name="Diamela Dego" userId="1668acb1-fd17-4c55-9898-11b4bdf58e06" providerId="ADAL" clId="{D6981E8B-4BC7-406B-A10C-6534DA5B9B7C}" dt="2025-12-13T18:09:36.148" v="14491" actId="1076"/>
          <ac:spMkLst>
            <pc:docMk/>
            <pc:sldMk cId="1777202595" sldId="351"/>
            <ac:spMk id="25" creationId="{E8547484-E441-E273-E745-9D65D075BDF0}"/>
          </ac:spMkLst>
        </pc:spChg>
        <pc:spChg chg="mod">
          <ac:chgData name="Diamela Dego" userId="1668acb1-fd17-4c55-9898-11b4bdf58e06" providerId="ADAL" clId="{D6981E8B-4BC7-406B-A10C-6534DA5B9B7C}" dt="2025-12-13T18:09:36.148" v="14491" actId="1076"/>
          <ac:spMkLst>
            <pc:docMk/>
            <pc:sldMk cId="1777202595" sldId="351"/>
            <ac:spMk id="26" creationId="{6203F7AB-7F19-D145-AB54-C06F70021FE8}"/>
          </ac:spMkLst>
        </pc:spChg>
        <pc:spChg chg="mod">
          <ac:chgData name="Diamela Dego" userId="1668acb1-fd17-4c55-9898-11b4bdf58e06" providerId="ADAL" clId="{D6981E8B-4BC7-406B-A10C-6534DA5B9B7C}" dt="2025-12-13T18:09:36.148" v="14491" actId="1076"/>
          <ac:spMkLst>
            <pc:docMk/>
            <pc:sldMk cId="1777202595" sldId="351"/>
            <ac:spMk id="27" creationId="{C7CF1D73-2390-DB4C-EA9C-26C8AE26CBC0}"/>
          </ac:spMkLst>
        </pc:spChg>
        <pc:spChg chg="mod">
          <ac:chgData name="Diamela Dego" userId="1668acb1-fd17-4c55-9898-11b4bdf58e06" providerId="ADAL" clId="{D6981E8B-4BC7-406B-A10C-6534DA5B9B7C}" dt="2025-12-13T18:09:15.241" v="14481" actId="1076"/>
          <ac:spMkLst>
            <pc:docMk/>
            <pc:sldMk cId="1777202595" sldId="351"/>
            <ac:spMk id="34" creationId="{26B55C92-B931-6B48-BE21-3FB3DB01B5BA}"/>
          </ac:spMkLst>
        </pc:spChg>
        <pc:spChg chg="mod">
          <ac:chgData name="Diamela Dego" userId="1668acb1-fd17-4c55-9898-11b4bdf58e06" providerId="ADAL" clId="{D6981E8B-4BC7-406B-A10C-6534DA5B9B7C}" dt="2025-12-13T17:48:29.618" v="13730" actId="14100"/>
          <ac:spMkLst>
            <pc:docMk/>
            <pc:sldMk cId="1777202595" sldId="351"/>
            <ac:spMk id="36" creationId="{6BD97A0C-4090-926D-5616-F4AB67F03B8E}"/>
          </ac:spMkLst>
        </pc:spChg>
        <pc:spChg chg="mod">
          <ac:chgData name="Diamela Dego" userId="1668acb1-fd17-4c55-9898-11b4bdf58e06" providerId="ADAL" clId="{D6981E8B-4BC7-406B-A10C-6534DA5B9B7C}" dt="2025-12-13T18:09:12.448" v="14480" actId="1076"/>
          <ac:spMkLst>
            <pc:docMk/>
            <pc:sldMk cId="1777202595" sldId="351"/>
            <ac:spMk id="52" creationId="{4C24850B-C3B0-6149-BF01-B175BB050142}"/>
          </ac:spMkLst>
        </pc:spChg>
        <pc:spChg chg="add mod topLvl">
          <ac:chgData name="Diamela Dego" userId="1668acb1-fd17-4c55-9898-11b4bdf58e06" providerId="ADAL" clId="{D6981E8B-4BC7-406B-A10C-6534DA5B9B7C}" dt="2025-12-13T18:42:03.873" v="15429" actId="164"/>
          <ac:spMkLst>
            <pc:docMk/>
            <pc:sldMk cId="1777202595" sldId="351"/>
            <ac:spMk id="58" creationId="{9740E546-E687-7517-4166-5EF2274ECD0C}"/>
          </ac:spMkLst>
        </pc:spChg>
        <pc:spChg chg="add mod topLvl">
          <ac:chgData name="Diamela Dego" userId="1668acb1-fd17-4c55-9898-11b4bdf58e06" providerId="ADAL" clId="{D6981E8B-4BC7-406B-A10C-6534DA5B9B7C}" dt="2025-12-13T18:42:07.260" v="15430" actId="164"/>
          <ac:spMkLst>
            <pc:docMk/>
            <pc:sldMk cId="1777202595" sldId="351"/>
            <ac:spMk id="66" creationId="{8B6A47F2-8103-2B77-1CC9-EBCAA7D4A71E}"/>
          </ac:spMkLst>
        </pc:spChg>
        <pc:spChg chg="add mod topLvl">
          <ac:chgData name="Diamela Dego" userId="1668acb1-fd17-4c55-9898-11b4bdf58e06" providerId="ADAL" clId="{D6981E8B-4BC7-406B-A10C-6534DA5B9B7C}" dt="2025-12-13T18:42:07.260" v="15430" actId="164"/>
          <ac:spMkLst>
            <pc:docMk/>
            <pc:sldMk cId="1777202595" sldId="351"/>
            <ac:spMk id="71" creationId="{C6097F5C-CA09-8948-B68D-70C381A83459}"/>
          </ac:spMkLst>
        </pc:spChg>
        <pc:spChg chg="add mod topLvl">
          <ac:chgData name="Diamela Dego" userId="1668acb1-fd17-4c55-9898-11b4bdf58e06" providerId="ADAL" clId="{D6981E8B-4BC7-406B-A10C-6534DA5B9B7C}" dt="2025-12-13T18:42:07.260" v="15430" actId="164"/>
          <ac:spMkLst>
            <pc:docMk/>
            <pc:sldMk cId="1777202595" sldId="351"/>
            <ac:spMk id="72" creationId="{2ED08299-586C-46FC-5913-25A3F02B3797}"/>
          </ac:spMkLst>
        </pc:spChg>
        <pc:spChg chg="add mod topLvl">
          <ac:chgData name="Diamela Dego" userId="1668acb1-fd17-4c55-9898-11b4bdf58e06" providerId="ADAL" clId="{D6981E8B-4BC7-406B-A10C-6534DA5B9B7C}" dt="2025-12-13T18:42:03.873" v="15429" actId="164"/>
          <ac:spMkLst>
            <pc:docMk/>
            <pc:sldMk cId="1777202595" sldId="351"/>
            <ac:spMk id="73" creationId="{07B67DAD-A1B6-DE5A-B0C9-9DB5E16343A2}"/>
          </ac:spMkLst>
        </pc:spChg>
        <pc:spChg chg="add mod topLvl">
          <ac:chgData name="Diamela Dego" userId="1668acb1-fd17-4c55-9898-11b4bdf58e06" providerId="ADAL" clId="{D6981E8B-4BC7-406B-A10C-6534DA5B9B7C}" dt="2025-12-13T18:42:03.873" v="15429" actId="164"/>
          <ac:spMkLst>
            <pc:docMk/>
            <pc:sldMk cId="1777202595" sldId="351"/>
            <ac:spMk id="74" creationId="{77E45806-7A60-9741-031C-B9A9D55F75DA}"/>
          </ac:spMkLst>
        </pc:spChg>
        <pc:spChg chg="add mod">
          <ac:chgData name="Diamela Dego" userId="1668acb1-fd17-4c55-9898-11b4bdf58e06" providerId="ADAL" clId="{D6981E8B-4BC7-406B-A10C-6534DA5B9B7C}" dt="2025-12-13T18:42:07.260" v="15430" actId="164"/>
          <ac:spMkLst>
            <pc:docMk/>
            <pc:sldMk cId="1777202595" sldId="351"/>
            <ac:spMk id="95" creationId="{CFE86C98-03F8-265E-B047-F4F18D18A3F6}"/>
          </ac:spMkLst>
        </pc:spChg>
        <pc:grpChg chg="add mod">
          <ac:chgData name="Diamela Dego" userId="1668acb1-fd17-4c55-9898-11b4bdf58e06" providerId="ADAL" clId="{D6981E8B-4BC7-406B-A10C-6534DA5B9B7C}" dt="2025-12-13T18:09:36.148" v="14491" actId="1076"/>
          <ac:grpSpMkLst>
            <pc:docMk/>
            <pc:sldMk cId="1777202595" sldId="351"/>
            <ac:grpSpMk id="23" creationId="{F5E6C2C3-B5E8-7229-19E8-5C5AEC52E649}"/>
          </ac:grpSpMkLst>
        </pc:grpChg>
        <pc:grpChg chg="mod">
          <ac:chgData name="Diamela Dego" userId="1668acb1-fd17-4c55-9898-11b4bdf58e06" providerId="ADAL" clId="{D6981E8B-4BC7-406B-A10C-6534DA5B9B7C}" dt="2025-12-13T18:09:36.148" v="14491" actId="1076"/>
          <ac:grpSpMkLst>
            <pc:docMk/>
            <pc:sldMk cId="1777202595" sldId="351"/>
            <ac:grpSpMk id="24" creationId="{A955A91E-1D6A-E431-F479-5202DEF9DEBA}"/>
          </ac:grpSpMkLst>
        </pc:grpChg>
        <pc:grpChg chg="add mod">
          <ac:chgData name="Diamela Dego" userId="1668acb1-fd17-4c55-9898-11b4bdf58e06" providerId="ADAL" clId="{D6981E8B-4BC7-406B-A10C-6534DA5B9B7C}" dt="2025-12-13T18:09:36.148" v="14491" actId="1076"/>
          <ac:grpSpMkLst>
            <pc:docMk/>
            <pc:sldMk cId="1777202595" sldId="351"/>
            <ac:grpSpMk id="92" creationId="{F49B4DC0-5F52-1459-A378-D43ADE2E0A79}"/>
          </ac:grpSpMkLst>
        </pc:grpChg>
        <pc:grpChg chg="add mod">
          <ac:chgData name="Diamela Dego" userId="1668acb1-fd17-4c55-9898-11b4bdf58e06" providerId="ADAL" clId="{D6981E8B-4BC7-406B-A10C-6534DA5B9B7C}" dt="2025-12-13T18:42:03.873" v="15429" actId="164"/>
          <ac:grpSpMkLst>
            <pc:docMk/>
            <pc:sldMk cId="1777202595" sldId="351"/>
            <ac:grpSpMk id="96" creationId="{AFEB7D83-F11C-AFE6-6BD0-D63940F16F11}"/>
          </ac:grpSpMkLst>
        </pc:grpChg>
        <pc:grpChg chg="add mod">
          <ac:chgData name="Diamela Dego" userId="1668acb1-fd17-4c55-9898-11b4bdf58e06" providerId="ADAL" clId="{D6981E8B-4BC7-406B-A10C-6534DA5B9B7C}" dt="2025-12-13T18:42:07.260" v="15430" actId="164"/>
          <ac:grpSpMkLst>
            <pc:docMk/>
            <pc:sldMk cId="1777202595" sldId="351"/>
            <ac:grpSpMk id="97" creationId="{3B9316C5-A169-7DAC-DA3A-EE6382855A6F}"/>
          </ac:grpSpMkLst>
        </pc:grpChg>
        <pc:grpChg chg="mod ord">
          <ac:chgData name="Diamela Dego" userId="1668acb1-fd17-4c55-9898-11b4bdf58e06" providerId="ADAL" clId="{D6981E8B-4BC7-406B-A10C-6534DA5B9B7C}" dt="2025-12-13T18:00:46.325" v="14279" actId="1036"/>
          <ac:grpSpMkLst>
            <pc:docMk/>
            <pc:sldMk cId="1777202595" sldId="351"/>
            <ac:grpSpMk id="102" creationId="{E5D6C3DD-C80A-1C7B-10D3-E4C36BA545A2}"/>
          </ac:grpSpMkLst>
        </pc:grpChg>
        <pc:picChg chg="add mod modCrop">
          <ac:chgData name="Diamela Dego" userId="1668acb1-fd17-4c55-9898-11b4bdf58e06" providerId="ADAL" clId="{D6981E8B-4BC7-406B-A10C-6534DA5B9B7C}" dt="2025-12-13T17:48:01.090" v="13720" actId="1037"/>
          <ac:picMkLst>
            <pc:docMk/>
            <pc:sldMk cId="1777202595" sldId="351"/>
            <ac:picMk id="3" creationId="{0BF3F2A9-F461-15E9-443B-39730CB34F91}"/>
          </ac:picMkLst>
        </pc:picChg>
        <pc:picChg chg="add mod modCrop">
          <ac:chgData name="Diamela Dego" userId="1668acb1-fd17-4c55-9898-11b4bdf58e06" providerId="ADAL" clId="{D6981E8B-4BC7-406B-A10C-6534DA5B9B7C}" dt="2025-12-13T17:48:01.090" v="13720" actId="1037"/>
          <ac:picMkLst>
            <pc:docMk/>
            <pc:sldMk cId="1777202595" sldId="351"/>
            <ac:picMk id="13" creationId="{9849A32C-6BBB-2116-D277-ACF5745A89BF}"/>
          </ac:picMkLst>
        </pc:picChg>
        <pc:picChg chg="add mod modCrop">
          <ac:chgData name="Diamela Dego" userId="1668acb1-fd17-4c55-9898-11b4bdf58e06" providerId="ADAL" clId="{D6981E8B-4BC7-406B-A10C-6534DA5B9B7C}" dt="2025-12-13T18:09:24.507" v="14484" actId="1035"/>
          <ac:picMkLst>
            <pc:docMk/>
            <pc:sldMk cId="1777202595" sldId="351"/>
            <ac:picMk id="41" creationId="{3A115471-4D75-BED6-80C6-83AD475E0DF5}"/>
          </ac:picMkLst>
        </pc:picChg>
        <pc:picChg chg="add mod">
          <ac:chgData name="Diamela Dego" userId="1668acb1-fd17-4c55-9898-11b4bdf58e06" providerId="ADAL" clId="{D6981E8B-4BC7-406B-A10C-6534DA5B9B7C}" dt="2025-12-13T18:09:36.148" v="14491" actId="1076"/>
          <ac:picMkLst>
            <pc:docMk/>
            <pc:sldMk cId="1777202595" sldId="351"/>
            <ac:picMk id="83" creationId="{8250927E-311F-A985-74DC-DEC2F81C2DB3}"/>
          </ac:picMkLst>
        </pc:picChg>
        <pc:cxnChg chg="mod">
          <ac:chgData name="Diamela Dego" userId="1668acb1-fd17-4c55-9898-11b4bdf58e06" providerId="ADAL" clId="{D6981E8B-4BC7-406B-A10C-6534DA5B9B7C}" dt="2025-12-13T18:09:36.148" v="14491" actId="1076"/>
          <ac:cxnSpMkLst>
            <pc:docMk/>
            <pc:sldMk cId="1777202595" sldId="351"/>
            <ac:cxnSpMk id="28" creationId="{80CB07F9-B165-28AE-E540-EDB7BC8B7745}"/>
          </ac:cxnSpMkLst>
        </pc:cxnChg>
        <pc:cxnChg chg="mod">
          <ac:chgData name="Diamela Dego" userId="1668acb1-fd17-4c55-9898-11b4bdf58e06" providerId="ADAL" clId="{D6981E8B-4BC7-406B-A10C-6534DA5B9B7C}" dt="2025-12-13T18:09:12.448" v="14480" actId="1076"/>
          <ac:cxnSpMkLst>
            <pc:docMk/>
            <pc:sldMk cId="1777202595" sldId="351"/>
            <ac:cxnSpMk id="37" creationId="{5E6C023D-355D-CABD-E42F-099825BF17E1}"/>
          </ac:cxnSpMkLst>
        </pc:cxnChg>
      </pc:sldChg>
      <pc:sldChg chg="addSp delSp modSp add mod delAnim modAnim">
        <pc:chgData name="Diamela Dego" userId="1668acb1-fd17-4c55-9898-11b4bdf58e06" providerId="ADAL" clId="{D6981E8B-4BC7-406B-A10C-6534DA5B9B7C}" dt="2025-12-13T18:58:47.807" v="16002" actId="1038"/>
        <pc:sldMkLst>
          <pc:docMk/>
          <pc:sldMk cId="2094549766" sldId="352"/>
        </pc:sldMkLst>
        <pc:spChg chg="mod">
          <ac:chgData name="Diamela Dego" userId="1668acb1-fd17-4c55-9898-11b4bdf58e06" providerId="ADAL" clId="{D6981E8B-4BC7-406B-A10C-6534DA5B9B7C}" dt="2025-12-13T18:09:47.804" v="14506" actId="20577"/>
          <ac:spMkLst>
            <pc:docMk/>
            <pc:sldMk cId="2094549766" sldId="352"/>
            <ac:spMk id="9" creationId="{A318AC25-4BCA-E9CE-C57F-9EE73353D086}"/>
          </ac:spMkLst>
        </pc:spChg>
        <pc:spChg chg="add mod">
          <ac:chgData name="Diamela Dego" userId="1668acb1-fd17-4c55-9898-11b4bdf58e06" providerId="ADAL" clId="{D6981E8B-4BC7-406B-A10C-6534DA5B9B7C}" dt="2025-12-13T18:58:44.042" v="15996" actId="1036"/>
          <ac:spMkLst>
            <pc:docMk/>
            <pc:sldMk cId="2094549766" sldId="352"/>
            <ac:spMk id="10" creationId="{67CF7155-2641-4891-BE3C-3CDE9557BD91}"/>
          </ac:spMkLst>
        </pc:spChg>
        <pc:spChg chg="add mod">
          <ac:chgData name="Diamela Dego" userId="1668acb1-fd17-4c55-9898-11b4bdf58e06" providerId="ADAL" clId="{D6981E8B-4BC7-406B-A10C-6534DA5B9B7C}" dt="2025-12-13T18:58:35.738" v="15992" actId="1037"/>
          <ac:spMkLst>
            <pc:docMk/>
            <pc:sldMk cId="2094549766" sldId="352"/>
            <ac:spMk id="15" creationId="{6EBD7D43-7B50-BF84-92DF-5036E4B4CAAC}"/>
          </ac:spMkLst>
        </pc:spChg>
        <pc:spChg chg="add mod">
          <ac:chgData name="Diamela Dego" userId="1668acb1-fd17-4c55-9898-11b4bdf58e06" providerId="ADAL" clId="{D6981E8B-4BC7-406B-A10C-6534DA5B9B7C}" dt="2025-12-13T18:43:12.246" v="15450" actId="1037"/>
          <ac:spMkLst>
            <pc:docMk/>
            <pc:sldMk cId="2094549766" sldId="352"/>
            <ac:spMk id="16" creationId="{031098EC-00B0-3BF6-2826-13BB3DE51832}"/>
          </ac:spMkLst>
        </pc:spChg>
        <pc:spChg chg="add mod">
          <ac:chgData name="Diamela Dego" userId="1668acb1-fd17-4c55-9898-11b4bdf58e06" providerId="ADAL" clId="{D6981E8B-4BC7-406B-A10C-6534DA5B9B7C}" dt="2025-12-13T18:42:56.759" v="15438" actId="164"/>
          <ac:spMkLst>
            <pc:docMk/>
            <pc:sldMk cId="2094549766" sldId="352"/>
            <ac:spMk id="30" creationId="{15B11810-9349-53AE-0B72-531F443DC1B2}"/>
          </ac:spMkLst>
        </pc:spChg>
        <pc:spChg chg="add mod">
          <ac:chgData name="Diamela Dego" userId="1668acb1-fd17-4c55-9898-11b4bdf58e06" providerId="ADAL" clId="{D6981E8B-4BC7-406B-A10C-6534DA5B9B7C}" dt="2025-12-13T18:45:39.094" v="15529" actId="1036"/>
          <ac:spMkLst>
            <pc:docMk/>
            <pc:sldMk cId="2094549766" sldId="352"/>
            <ac:spMk id="39" creationId="{DF7F51C8-A928-A574-01DA-CA445B333182}"/>
          </ac:spMkLst>
        </pc:spChg>
        <pc:spChg chg="add mod">
          <ac:chgData name="Diamela Dego" userId="1668acb1-fd17-4c55-9898-11b4bdf58e06" providerId="ADAL" clId="{D6981E8B-4BC7-406B-A10C-6534DA5B9B7C}" dt="2025-12-13T18:45:28.721" v="15526" actId="1035"/>
          <ac:spMkLst>
            <pc:docMk/>
            <pc:sldMk cId="2094549766" sldId="352"/>
            <ac:spMk id="40" creationId="{55F7DBA8-AF84-DE31-6C5F-CCB9E60B42C3}"/>
          </ac:spMkLst>
        </pc:spChg>
        <pc:grpChg chg="add mod">
          <ac:chgData name="Diamela Dego" userId="1668acb1-fd17-4c55-9898-11b4bdf58e06" providerId="ADAL" clId="{D6981E8B-4BC7-406B-A10C-6534DA5B9B7C}" dt="2025-12-13T18:43:22.371" v="15471" actId="1038"/>
          <ac:grpSpMkLst>
            <pc:docMk/>
            <pc:sldMk cId="2094549766" sldId="352"/>
            <ac:grpSpMk id="42" creationId="{E144E204-72E9-1EF0-D6CB-9CD266D1C98C}"/>
          </ac:grpSpMkLst>
        </pc:grpChg>
        <pc:grpChg chg="add mod">
          <ac:chgData name="Diamela Dego" userId="1668acb1-fd17-4c55-9898-11b4bdf58e06" providerId="ADAL" clId="{D6981E8B-4BC7-406B-A10C-6534DA5B9B7C}" dt="2025-12-13T18:42:56.759" v="15438" actId="164"/>
          <ac:grpSpMkLst>
            <pc:docMk/>
            <pc:sldMk cId="2094549766" sldId="352"/>
            <ac:grpSpMk id="43" creationId="{3D449350-5BC3-34BB-2065-7E87F36231A1}"/>
          </ac:grpSpMkLst>
        </pc:grpChg>
        <pc:grpChg chg="add mod">
          <ac:chgData name="Diamela Dego" userId="1668acb1-fd17-4c55-9898-11b4bdf58e06" providerId="ADAL" clId="{D6981E8B-4BC7-406B-A10C-6534DA5B9B7C}" dt="2025-12-13T18:43:17.323" v="15466" actId="1038"/>
          <ac:grpSpMkLst>
            <pc:docMk/>
            <pc:sldMk cId="2094549766" sldId="352"/>
            <ac:grpSpMk id="44" creationId="{255C0791-5502-B044-79B7-B7257BCFF3DD}"/>
          </ac:grpSpMkLst>
        </pc:grpChg>
        <pc:grpChg chg="add mod">
          <ac:chgData name="Diamela Dego" userId="1668acb1-fd17-4c55-9898-11b4bdf58e06" providerId="ADAL" clId="{D6981E8B-4BC7-406B-A10C-6534DA5B9B7C}" dt="2025-12-13T18:44:55.966" v="15503" actId="164"/>
          <ac:grpSpMkLst>
            <pc:docMk/>
            <pc:sldMk cId="2094549766" sldId="352"/>
            <ac:grpSpMk id="46" creationId="{A9B1D073-A55B-AA50-4EE3-E85F74CEFD33}"/>
          </ac:grpSpMkLst>
        </pc:grpChg>
        <pc:picChg chg="add mod">
          <ac:chgData name="Diamela Dego" userId="1668acb1-fd17-4c55-9898-11b4bdf58e06" providerId="ADAL" clId="{D6981E8B-4BC7-406B-A10C-6534DA5B9B7C}" dt="2025-12-13T18:37:24.588" v="15270" actId="1035"/>
          <ac:picMkLst>
            <pc:docMk/>
            <pc:sldMk cId="2094549766" sldId="352"/>
            <ac:picMk id="7" creationId="{BF2B934E-0DD7-FC3B-4B54-302CE04CC4C8}"/>
          </ac:picMkLst>
        </pc:picChg>
        <pc:picChg chg="add mod modCrop">
          <ac:chgData name="Diamela Dego" userId="1668acb1-fd17-4c55-9898-11b4bdf58e06" providerId="ADAL" clId="{D6981E8B-4BC7-406B-A10C-6534DA5B9B7C}" dt="2025-12-13T18:42:44.998" v="15435" actId="164"/>
          <ac:picMkLst>
            <pc:docMk/>
            <pc:sldMk cId="2094549766" sldId="352"/>
            <ac:picMk id="18" creationId="{906FE594-7F59-7E1E-CC8A-A13E444A90B6}"/>
          </ac:picMkLst>
        </pc:picChg>
        <pc:picChg chg="add mod">
          <ac:chgData name="Diamela Dego" userId="1668acb1-fd17-4c55-9898-11b4bdf58e06" providerId="ADAL" clId="{D6981E8B-4BC7-406B-A10C-6534DA5B9B7C}" dt="2025-12-13T18:58:47.807" v="16002" actId="1038"/>
          <ac:picMkLst>
            <pc:docMk/>
            <pc:sldMk cId="2094549766" sldId="352"/>
            <ac:picMk id="22" creationId="{13C039A9-D65A-E557-3366-0AB9ADD387C0}"/>
          </ac:picMkLst>
        </pc:picChg>
        <pc:picChg chg="add mod">
          <ac:chgData name="Diamela Dego" userId="1668acb1-fd17-4c55-9898-11b4bdf58e06" providerId="ADAL" clId="{D6981E8B-4BC7-406B-A10C-6534DA5B9B7C}" dt="2025-12-13T18:45:28.721" v="15526" actId="1035"/>
          <ac:picMkLst>
            <pc:docMk/>
            <pc:sldMk cId="2094549766" sldId="352"/>
            <ac:picMk id="45" creationId="{EAE3B7F4-F271-ADD0-64D1-818D99BFD944}"/>
          </ac:picMkLst>
        </pc:picChg>
        <pc:cxnChg chg="add mod">
          <ac:chgData name="Diamela Dego" userId="1668acb1-fd17-4c55-9898-11b4bdf58e06" providerId="ADAL" clId="{D6981E8B-4BC7-406B-A10C-6534DA5B9B7C}" dt="2025-12-13T18:42:44.998" v="15435" actId="164"/>
          <ac:cxnSpMkLst>
            <pc:docMk/>
            <pc:sldMk cId="2094549766" sldId="352"/>
            <ac:cxnSpMk id="31" creationId="{66FD2C78-6794-6FD0-F129-2A63EFB585BF}"/>
          </ac:cxnSpMkLst>
        </pc:cxnChg>
      </pc:sldChg>
      <pc:sldChg chg="addSp delSp modSp add mod ord modAnim">
        <pc:chgData name="Diamela Dego" userId="1668acb1-fd17-4c55-9898-11b4bdf58e06" providerId="ADAL" clId="{D6981E8B-4BC7-406B-A10C-6534DA5B9B7C}" dt="2025-12-13T18:52:07.914" v="15757" actId="1038"/>
        <pc:sldMkLst>
          <pc:docMk/>
          <pc:sldMk cId="1574005498" sldId="353"/>
        </pc:sldMkLst>
        <pc:spChg chg="mod">
          <ac:chgData name="Diamela Dego" userId="1668acb1-fd17-4c55-9898-11b4bdf58e06" providerId="ADAL" clId="{D6981E8B-4BC7-406B-A10C-6534DA5B9B7C}" dt="2025-12-13T18:48:45.214" v="15612" actId="1035"/>
          <ac:spMkLst>
            <pc:docMk/>
            <pc:sldMk cId="1574005498" sldId="353"/>
            <ac:spMk id="2" creationId="{FC55E663-77E4-3347-E419-DF4A31F846F3}"/>
          </ac:spMkLst>
        </pc:spChg>
        <pc:spChg chg="mod ord">
          <ac:chgData name="Diamela Dego" userId="1668acb1-fd17-4c55-9898-11b4bdf58e06" providerId="ADAL" clId="{D6981E8B-4BC7-406B-A10C-6534DA5B9B7C}" dt="2025-12-13T18:50:04.247" v="15678" actId="1035"/>
          <ac:spMkLst>
            <pc:docMk/>
            <pc:sldMk cId="1574005498" sldId="353"/>
            <ac:spMk id="3" creationId="{C3996A85-4BDC-956D-46B5-0CDB27FF3A00}"/>
          </ac:spMkLst>
        </pc:spChg>
        <pc:spChg chg="mod">
          <ac:chgData name="Diamela Dego" userId="1668acb1-fd17-4c55-9898-11b4bdf58e06" providerId="ADAL" clId="{D6981E8B-4BC7-406B-A10C-6534DA5B9B7C}" dt="2025-12-13T18:48:42.209" v="15605" actId="14100"/>
          <ac:spMkLst>
            <pc:docMk/>
            <pc:sldMk cId="1574005498" sldId="353"/>
            <ac:spMk id="8" creationId="{89ED7DBD-2971-0A97-D21C-469D9402BBD8}"/>
          </ac:spMkLst>
        </pc:spChg>
        <pc:spChg chg="mod">
          <ac:chgData name="Diamela Dego" userId="1668acb1-fd17-4c55-9898-11b4bdf58e06" providerId="ADAL" clId="{D6981E8B-4BC7-406B-A10C-6534DA5B9B7C}" dt="2025-12-13T18:48:45.214" v="15612" actId="1035"/>
          <ac:spMkLst>
            <pc:docMk/>
            <pc:sldMk cId="1574005498" sldId="353"/>
            <ac:spMk id="9" creationId="{0CDBF953-AB9F-A84E-3068-4D681DC9A897}"/>
          </ac:spMkLst>
        </pc:spChg>
        <pc:spChg chg="mod">
          <ac:chgData name="Diamela Dego" userId="1668acb1-fd17-4c55-9898-11b4bdf58e06" providerId="ADAL" clId="{D6981E8B-4BC7-406B-A10C-6534DA5B9B7C}" dt="2025-12-13T18:48:45.214" v="15612" actId="1035"/>
          <ac:spMkLst>
            <pc:docMk/>
            <pc:sldMk cId="1574005498" sldId="353"/>
            <ac:spMk id="10" creationId="{D24094ED-7DAC-A22E-39AE-5064B1E6E70E}"/>
          </ac:spMkLst>
        </pc:spChg>
        <pc:spChg chg="add mod">
          <ac:chgData name="Diamela Dego" userId="1668acb1-fd17-4c55-9898-11b4bdf58e06" providerId="ADAL" clId="{D6981E8B-4BC7-406B-A10C-6534DA5B9B7C}" dt="2025-12-13T18:51:29.994" v="15748" actId="1037"/>
          <ac:spMkLst>
            <pc:docMk/>
            <pc:sldMk cId="1574005498" sldId="353"/>
            <ac:spMk id="13" creationId="{664D1E51-DB9F-96B8-556F-F28CF5B77E1D}"/>
          </ac:spMkLst>
        </pc:spChg>
        <pc:spChg chg="add mod">
          <ac:chgData name="Diamela Dego" userId="1668acb1-fd17-4c55-9898-11b4bdf58e06" providerId="ADAL" clId="{D6981E8B-4BC7-406B-A10C-6534DA5B9B7C}" dt="2025-12-13T18:51:59.900" v="15756" actId="1038"/>
          <ac:spMkLst>
            <pc:docMk/>
            <pc:sldMk cId="1574005498" sldId="353"/>
            <ac:spMk id="21" creationId="{206E22E7-53B0-F4E3-B541-0710A619DC4D}"/>
          </ac:spMkLst>
        </pc:spChg>
        <pc:spChg chg="add mod">
          <ac:chgData name="Diamela Dego" userId="1668acb1-fd17-4c55-9898-11b4bdf58e06" providerId="ADAL" clId="{D6981E8B-4BC7-406B-A10C-6534DA5B9B7C}" dt="2025-12-13T18:51:43.261" v="15751" actId="164"/>
          <ac:spMkLst>
            <pc:docMk/>
            <pc:sldMk cId="1574005498" sldId="353"/>
            <ac:spMk id="23" creationId="{2A8E36E2-8EBC-FC57-D0AD-62B7E2056EF5}"/>
          </ac:spMkLst>
        </pc:spChg>
        <pc:grpChg chg="add mod">
          <ac:chgData name="Diamela Dego" userId="1668acb1-fd17-4c55-9898-11b4bdf58e06" providerId="ADAL" clId="{D6981E8B-4BC7-406B-A10C-6534DA5B9B7C}" dt="2025-12-13T18:50:51.609" v="15701" actId="164"/>
          <ac:grpSpMkLst>
            <pc:docMk/>
            <pc:sldMk cId="1574005498" sldId="353"/>
            <ac:grpSpMk id="18" creationId="{C2FC4FEB-2CEF-B2D9-FBCF-D1A3BBD98AA0}"/>
          </ac:grpSpMkLst>
        </pc:grpChg>
        <pc:grpChg chg="add mod">
          <ac:chgData name="Diamela Dego" userId="1668acb1-fd17-4c55-9898-11b4bdf58e06" providerId="ADAL" clId="{D6981E8B-4BC7-406B-A10C-6534DA5B9B7C}" dt="2025-12-13T18:51:43.261" v="15751" actId="164"/>
          <ac:grpSpMkLst>
            <pc:docMk/>
            <pc:sldMk cId="1574005498" sldId="353"/>
            <ac:grpSpMk id="19" creationId="{333A7026-F8B6-7273-29D2-FA98DACB24A3}"/>
          </ac:grpSpMkLst>
        </pc:grpChg>
        <pc:grpChg chg="add mod">
          <ac:chgData name="Diamela Dego" userId="1668acb1-fd17-4c55-9898-11b4bdf58e06" providerId="ADAL" clId="{D6981E8B-4BC7-406B-A10C-6534DA5B9B7C}" dt="2025-12-13T18:51:26.560" v="15745" actId="1076"/>
          <ac:grpSpMkLst>
            <pc:docMk/>
            <pc:sldMk cId="1574005498" sldId="353"/>
            <ac:grpSpMk id="22" creationId="{6E177050-3053-EAD2-E5A4-17077EAEBF21}"/>
          </ac:grpSpMkLst>
        </pc:grpChg>
        <pc:grpChg chg="add mod">
          <ac:chgData name="Diamela Dego" userId="1668acb1-fd17-4c55-9898-11b4bdf58e06" providerId="ADAL" clId="{D6981E8B-4BC7-406B-A10C-6534DA5B9B7C}" dt="2025-12-13T18:51:49.241" v="15755" actId="1035"/>
          <ac:grpSpMkLst>
            <pc:docMk/>
            <pc:sldMk cId="1574005498" sldId="353"/>
            <ac:grpSpMk id="24" creationId="{C076AC9C-9719-6C01-23F9-D051DB8730D2}"/>
          </ac:grpSpMkLst>
        </pc:grpChg>
        <pc:picChg chg="add mod">
          <ac:chgData name="Diamela Dego" userId="1668acb1-fd17-4c55-9898-11b4bdf58e06" providerId="ADAL" clId="{D6981E8B-4BC7-406B-A10C-6534DA5B9B7C}" dt="2025-12-13T18:52:07.914" v="15757" actId="1038"/>
          <ac:picMkLst>
            <pc:docMk/>
            <pc:sldMk cId="1574005498" sldId="353"/>
            <ac:picMk id="16" creationId="{2E2D6266-759C-C0E5-EEEA-429811A3DD01}"/>
          </ac:picMkLst>
        </pc:picChg>
        <pc:picChg chg="add mod ord">
          <ac:chgData name="Diamela Dego" userId="1668acb1-fd17-4c55-9898-11b4bdf58e06" providerId="ADAL" clId="{D6981E8B-4BC7-406B-A10C-6534DA5B9B7C}" dt="2025-12-13T18:51:36.966" v="15750" actId="14100"/>
          <ac:picMkLst>
            <pc:docMk/>
            <pc:sldMk cId="1574005498" sldId="353"/>
            <ac:picMk id="17" creationId="{A47674E7-9073-EC70-A5E3-E456305195B1}"/>
          </ac:picMkLst>
        </pc:picChg>
      </pc:sldChg>
      <pc:sldMasterChg chg="delSldLayout">
        <pc:chgData name="Diamela Dego" userId="1668acb1-fd17-4c55-9898-11b4bdf58e06" providerId="ADAL" clId="{D6981E8B-4BC7-406B-A10C-6534DA5B9B7C}" dt="2025-12-13T05:21:41.017" v="8148" actId="47"/>
        <pc:sldMasterMkLst>
          <pc:docMk/>
          <pc:sldMasterMk cId="1525267123" sldId="2147483740"/>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0ACED-C91D-894E-B3CC-EE4C2B0DC6F0}" type="datetimeFigureOut">
              <a:rPr lang="en-GB" smtClean="0"/>
              <a:t>04/06/2026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4BC59C-451C-4940-BB36-2122579F397B}" type="slidenum">
              <a:rPr lang="en-GB" smtClean="0"/>
              <a:t>‹Nº›</a:t>
            </a:fld>
            <a:endParaRPr lang="en-GB"/>
          </a:p>
        </p:txBody>
      </p:sp>
    </p:spTree>
    <p:extLst>
      <p:ext uri="{BB962C8B-B14F-4D97-AF65-F5344CB8AC3E}">
        <p14:creationId xmlns:p14="http://schemas.microsoft.com/office/powerpoint/2010/main" val="662649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3200192" y="4773488"/>
            <a:ext cx="17982030" cy="3291840"/>
          </a:xfrm>
          <a:solidFill>
            <a:srgbClr val="FFFFFF"/>
          </a:solidFill>
          <a:ln w="38100">
            <a:solidFill>
              <a:srgbClr val="404040"/>
            </a:solidFill>
          </a:ln>
        </p:spPr>
        <p:txBody>
          <a:bodyPr lIns="274320" rIns="274320" anchor="ctr" anchorCtr="1">
            <a:normAutofit/>
          </a:bodyPr>
          <a:lstStyle>
            <a:lvl1pPr algn="ctr">
              <a:defRPr sz="7600">
                <a:solidFill>
                  <a:srgbClr val="262626"/>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5390037" y="8705088"/>
            <a:ext cx="13602339" cy="2479788"/>
          </a:xfrm>
          <a:noFill/>
        </p:spPr>
        <p:txBody>
          <a:bodyPr>
            <a:normAutofit/>
          </a:bodyPr>
          <a:lstStyle>
            <a:lvl1pPr marL="0" indent="0" algn="ctr">
              <a:buNone/>
              <a:defRPr sz="4000">
                <a:solidFill>
                  <a:schemeClr val="tx1">
                    <a:lumMod val="75000"/>
                    <a:lumOff val="25000"/>
                  </a:schemeClr>
                </a:solidFill>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6/4/26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‹Nº›</a:t>
            </a:fld>
            <a:endParaRPr lang="en-US" dirty="0"/>
          </a:p>
        </p:txBody>
      </p:sp>
    </p:spTree>
    <p:extLst>
      <p:ext uri="{BB962C8B-B14F-4D97-AF65-F5344CB8AC3E}">
        <p14:creationId xmlns:p14="http://schemas.microsoft.com/office/powerpoint/2010/main" val="2200878948"/>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B2D3E9E-A95C-48F2-B4BF-A71542E0BE9A}" type="datetimeFigureOut">
              <a:rPr lang="en-US" smtClean="0"/>
              <a:t>6/4/26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‹Nº›</a:t>
            </a:fld>
            <a:endParaRPr lang="en-US" dirty="0"/>
          </a:p>
        </p:txBody>
      </p:sp>
    </p:spTree>
    <p:extLst>
      <p:ext uri="{BB962C8B-B14F-4D97-AF65-F5344CB8AC3E}">
        <p14:creationId xmlns:p14="http://schemas.microsoft.com/office/powerpoint/2010/main" val="303669467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3200192" y="4773488"/>
            <a:ext cx="17982030" cy="3291840"/>
          </a:xfrm>
          <a:solidFill>
            <a:srgbClr val="FFFFFF"/>
          </a:solidFill>
          <a:ln w="38100">
            <a:solidFill>
              <a:srgbClr val="404040"/>
            </a:solidFill>
          </a:ln>
        </p:spPr>
        <p:txBody>
          <a:bodyPr lIns="274320" rIns="274320" anchor="ctr" anchorCtr="1">
            <a:normAutofit/>
          </a:bodyPr>
          <a:lstStyle>
            <a:lvl1pPr>
              <a:defRPr sz="7600">
                <a:solidFill>
                  <a:srgbClr val="262626"/>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390037" y="8704930"/>
            <a:ext cx="13602339" cy="2530164"/>
          </a:xfrm>
        </p:spPr>
        <p:txBody>
          <a:bodyPr anchor="t" anchorCtr="1">
            <a:normAutofit/>
          </a:bodyPr>
          <a:lstStyle>
            <a:lvl1pPr marL="0" indent="0">
              <a:buNone/>
              <a:defRPr sz="4000">
                <a:solidFill>
                  <a:schemeClr val="tx1"/>
                </a:solidFill>
              </a:defRPr>
            </a:lvl1pPr>
            <a:lvl2pPr marL="914354" indent="0">
              <a:buNone/>
              <a:defRPr sz="4000">
                <a:solidFill>
                  <a:schemeClr val="tx1">
                    <a:tint val="75000"/>
                  </a:schemeClr>
                </a:solidFill>
              </a:defRPr>
            </a:lvl2pPr>
            <a:lvl3pPr marL="1828709" indent="0">
              <a:buNone/>
              <a:defRPr sz="3600">
                <a:solidFill>
                  <a:schemeClr val="tx1">
                    <a:tint val="75000"/>
                  </a:schemeClr>
                </a:solidFill>
              </a:defRPr>
            </a:lvl3pPr>
            <a:lvl4pPr marL="2743063" indent="0">
              <a:buNone/>
              <a:defRPr sz="3200">
                <a:solidFill>
                  <a:schemeClr val="tx1">
                    <a:tint val="75000"/>
                  </a:schemeClr>
                </a:solidFill>
              </a:defRPr>
            </a:lvl4pPr>
            <a:lvl5pPr marL="3657417" indent="0">
              <a:buNone/>
              <a:defRPr sz="3200">
                <a:solidFill>
                  <a:schemeClr val="tx1">
                    <a:tint val="75000"/>
                  </a:schemeClr>
                </a:solidFill>
              </a:defRPr>
            </a:lvl5pPr>
            <a:lvl6pPr marL="4571771" indent="0">
              <a:buNone/>
              <a:defRPr sz="3200">
                <a:solidFill>
                  <a:schemeClr val="tx1">
                    <a:tint val="75000"/>
                  </a:schemeClr>
                </a:solidFill>
              </a:defRPr>
            </a:lvl6pPr>
            <a:lvl7pPr marL="5486126" indent="0">
              <a:buNone/>
              <a:defRPr sz="3200">
                <a:solidFill>
                  <a:schemeClr val="tx1">
                    <a:tint val="75000"/>
                  </a:schemeClr>
                </a:solidFill>
              </a:defRPr>
            </a:lvl7pPr>
            <a:lvl8pPr marL="6400480" indent="0">
              <a:buNone/>
              <a:defRPr sz="3200">
                <a:solidFill>
                  <a:schemeClr val="tx1">
                    <a:tint val="75000"/>
                  </a:schemeClr>
                </a:solidFill>
              </a:defRPr>
            </a:lvl8pPr>
            <a:lvl9pPr marL="7314834" indent="0">
              <a:buNone/>
              <a:defRPr sz="3200">
                <a:solidFill>
                  <a:schemeClr val="tx1">
                    <a:tint val="75000"/>
                  </a:schemeClr>
                </a:solidFill>
              </a:defRPr>
            </a:lvl9pPr>
          </a:lstStyle>
          <a:p>
            <a:pPr lvl="0"/>
            <a:r>
              <a:rPr lang="es-ES"/>
              <a:t>Haga clic para modificar los estilos de texto del patrón</a:t>
            </a:r>
          </a:p>
        </p:txBody>
      </p:sp>
      <p:sp>
        <p:nvSpPr>
          <p:cNvPr id="7" name="Date Placeholder 6"/>
          <p:cNvSpPr>
            <a:spLocks noGrp="1"/>
          </p:cNvSpPr>
          <p:nvPr>
            <p:ph type="dt" sz="half" idx="10"/>
          </p:nvPr>
        </p:nvSpPr>
        <p:spPr/>
        <p:txBody>
          <a:bodyPr/>
          <a:lstStyle/>
          <a:p>
            <a:fld id="{5586B75A-687E-405C-8A0B-8D00578BA2C3}" type="datetimeFigureOut">
              <a:rPr lang="en-US" smtClean="0"/>
              <a:pPr/>
              <a:t>6/4/26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‹Nº›</a:t>
            </a:fld>
            <a:endParaRPr lang="en-US" dirty="0"/>
          </a:p>
        </p:txBody>
      </p:sp>
    </p:spTree>
    <p:extLst>
      <p:ext uri="{BB962C8B-B14F-4D97-AF65-F5344CB8AC3E}">
        <p14:creationId xmlns:p14="http://schemas.microsoft.com/office/powerpoint/2010/main" val="400423428"/>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3163619" y="5276088"/>
            <a:ext cx="8542986" cy="620396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12675806" y="5276088"/>
            <a:ext cx="8539938" cy="620396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8" name="Date Placeholder 7"/>
          <p:cNvSpPr>
            <a:spLocks noGrp="1"/>
          </p:cNvSpPr>
          <p:nvPr>
            <p:ph type="dt" sz="half" idx="10"/>
          </p:nvPr>
        </p:nvSpPr>
        <p:spPr/>
        <p:txBody>
          <a:bodyPr/>
          <a:lstStyle/>
          <a:p>
            <a:fld id="{F12952B5-7A2F-4CC8-B7CE-9234E21C2837}" type="datetimeFigureOut">
              <a:rPr lang="en-US" smtClean="0"/>
              <a:t>6/4/26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t>‹Nº›</a:t>
            </a:fld>
            <a:endParaRPr lang="en-US" dirty="0"/>
          </a:p>
        </p:txBody>
      </p:sp>
    </p:spTree>
    <p:extLst>
      <p:ext uri="{BB962C8B-B14F-4D97-AF65-F5344CB8AC3E}">
        <p14:creationId xmlns:p14="http://schemas.microsoft.com/office/powerpoint/2010/main" val="33970934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66666" y="4626867"/>
            <a:ext cx="8539940" cy="1408174"/>
          </a:xfrm>
        </p:spPr>
        <p:txBody>
          <a:bodyPr anchor="b" anchorCtr="1">
            <a:normAutofit/>
          </a:bodyPr>
          <a:lstStyle>
            <a:lvl1pPr marL="0" indent="0" algn="ctr">
              <a:buNone/>
              <a:defRPr sz="3800" b="0" cap="all" spc="200" baseline="0">
                <a:solidFill>
                  <a:schemeClr val="accent2">
                    <a:lumMod val="75000"/>
                  </a:schemeClr>
                </a:solidFill>
              </a:defRPr>
            </a:lvl1pPr>
            <a:lvl2pPr marL="914354" indent="0">
              <a:buNone/>
              <a:defRPr sz="38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s-ES"/>
              <a:t>Haga clic para modificar los estilos de texto del patrón</a:t>
            </a:r>
          </a:p>
        </p:txBody>
      </p:sp>
      <p:sp>
        <p:nvSpPr>
          <p:cNvPr id="4" name="Content Placeholder 3"/>
          <p:cNvSpPr>
            <a:spLocks noGrp="1"/>
          </p:cNvSpPr>
          <p:nvPr>
            <p:ph sz="half" idx="2"/>
          </p:nvPr>
        </p:nvSpPr>
        <p:spPr>
          <a:xfrm>
            <a:off x="3166666" y="6286500"/>
            <a:ext cx="8539940" cy="519355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Content Placeholder 5"/>
          <p:cNvSpPr>
            <a:spLocks noGrp="1"/>
          </p:cNvSpPr>
          <p:nvPr>
            <p:ph sz="quarter" idx="4"/>
          </p:nvPr>
        </p:nvSpPr>
        <p:spPr>
          <a:xfrm>
            <a:off x="12675807" y="6286500"/>
            <a:ext cx="8506414" cy="5193552"/>
          </a:xfrm>
        </p:spPr>
        <p:txBody>
          <a:bodyPr/>
          <a:lstStyle>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1" name="Text Placeholder 4"/>
          <p:cNvSpPr>
            <a:spLocks noGrp="1"/>
          </p:cNvSpPr>
          <p:nvPr>
            <p:ph type="body" sz="quarter" idx="13"/>
          </p:nvPr>
        </p:nvSpPr>
        <p:spPr>
          <a:xfrm>
            <a:off x="12675807" y="4626867"/>
            <a:ext cx="8539940" cy="1408174"/>
          </a:xfrm>
        </p:spPr>
        <p:txBody>
          <a:bodyPr anchor="b" anchorCtr="1">
            <a:normAutofit/>
          </a:bodyPr>
          <a:lstStyle>
            <a:lvl1pPr marL="0" indent="0" algn="ctr">
              <a:buNone/>
              <a:defRPr sz="3800" b="0" cap="all" spc="200" baseline="0">
                <a:solidFill>
                  <a:schemeClr val="accent2">
                    <a:lumMod val="75000"/>
                  </a:schemeClr>
                </a:solidFill>
              </a:defRPr>
            </a:lvl1pPr>
            <a:lvl2pPr marL="914354" indent="0">
              <a:buNone/>
              <a:defRPr sz="38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s-ES"/>
              <a:t>Haga clic para modificar los estilos de texto del patrón</a:t>
            </a:r>
          </a:p>
        </p:txBody>
      </p:sp>
      <p:sp>
        <p:nvSpPr>
          <p:cNvPr id="7" name="Date Placeholder 6"/>
          <p:cNvSpPr>
            <a:spLocks noGrp="1"/>
          </p:cNvSpPr>
          <p:nvPr>
            <p:ph type="dt" sz="half" idx="10"/>
          </p:nvPr>
        </p:nvSpPr>
        <p:spPr/>
        <p:txBody>
          <a:bodyPr/>
          <a:lstStyle/>
          <a:p>
            <a:fld id="{5586B75A-687E-405C-8A0B-8D00578BA2C3}" type="datetimeFigureOut">
              <a:rPr lang="en-US" smtClean="0"/>
              <a:pPr/>
              <a:t>6/4/26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‹Nº›</a:t>
            </a:fld>
            <a:endParaRPr lang="en-US" dirty="0"/>
          </a:p>
        </p:txBody>
      </p:sp>
      <p:sp>
        <p:nvSpPr>
          <p:cNvPr id="10" name="Title 9"/>
          <p:cNvSpPr>
            <a:spLocks noGrp="1"/>
          </p:cNvSpPr>
          <p:nvPr>
            <p:ph type="title"/>
          </p:nvPr>
        </p:nvSpPr>
        <p:spPr/>
        <p:txBody>
          <a:bodyPr/>
          <a:lstStyle/>
          <a:p>
            <a:r>
              <a:rPr lang="es-ES"/>
              <a:t>Haga clic para modificar el estilo de título del patrón</a:t>
            </a:r>
            <a:endParaRPr lang="en-US" dirty="0"/>
          </a:p>
        </p:txBody>
      </p:sp>
    </p:spTree>
    <p:extLst>
      <p:ext uri="{BB962C8B-B14F-4D97-AF65-F5344CB8AC3E}">
        <p14:creationId xmlns:p14="http://schemas.microsoft.com/office/powerpoint/2010/main" val="232730911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3D7E00A-486F-4252-8B1D-E32645521F49}" type="datetimeFigureOut">
              <a:rPr lang="en-US" smtClean="0"/>
              <a:t>6/4/26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‹Nº›</a:t>
            </a:fld>
            <a:endParaRPr lang="en-US" dirty="0"/>
          </a:p>
        </p:txBody>
      </p:sp>
    </p:spTree>
    <p:extLst>
      <p:ext uri="{BB962C8B-B14F-4D97-AF65-F5344CB8AC3E}">
        <p14:creationId xmlns:p14="http://schemas.microsoft.com/office/powerpoint/2010/main" val="385819621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DF5F92-E675-4B36-9A60-69A962A68675}" type="datetimeFigureOut">
              <a:rPr lang="en-US" smtClean="0"/>
              <a:t>6/4/26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‹Nº›</a:t>
            </a:fld>
            <a:endParaRPr lang="en-US" dirty="0"/>
          </a:p>
        </p:txBody>
      </p:sp>
    </p:spTree>
    <p:extLst>
      <p:ext uri="{BB962C8B-B14F-4D97-AF65-F5344CB8AC3E}">
        <p14:creationId xmlns:p14="http://schemas.microsoft.com/office/powerpoint/2010/main" val="137659605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6" name="Rectangle 25"/>
          <p:cNvSpPr/>
          <p:nvPr/>
        </p:nvSpPr>
        <p:spPr>
          <a:xfrm>
            <a:off x="0" y="0"/>
            <a:ext cx="12191207"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bwMode="blackWhite">
          <a:xfrm>
            <a:off x="1609239" y="4487657"/>
            <a:ext cx="8972728" cy="2282994"/>
          </a:xfrm>
          <a:solidFill>
            <a:srgbClr val="FFFFFF"/>
          </a:solidFill>
          <a:ln>
            <a:solidFill>
              <a:srgbClr val="404040"/>
            </a:solidFill>
          </a:ln>
        </p:spPr>
        <p:txBody>
          <a:bodyPr anchor="ctr" anchorCtr="1">
            <a:normAutofit/>
          </a:bodyPr>
          <a:lstStyle>
            <a:lvl1pPr>
              <a:defRPr sz="4400">
                <a:solidFill>
                  <a:srgbClr val="262626"/>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13471283" y="1609344"/>
            <a:ext cx="9631053" cy="10497312"/>
          </a:xfrm>
        </p:spPr>
        <p:txBody>
          <a:bodyPr>
            <a:normAutofit/>
          </a:bodyPr>
          <a:lstStyle>
            <a:lvl1pPr>
              <a:defRPr sz="3800">
                <a:solidFill>
                  <a:schemeClr val="tx1"/>
                </a:solidFill>
              </a:defRPr>
            </a:lvl1pPr>
            <a:lvl2pPr>
              <a:defRPr sz="3200">
                <a:solidFill>
                  <a:schemeClr val="tx1"/>
                </a:solidFill>
              </a:defRPr>
            </a:lvl2pPr>
            <a:lvl3pPr>
              <a:defRPr sz="3200">
                <a:solidFill>
                  <a:schemeClr val="tx1"/>
                </a:solidFill>
              </a:defRPr>
            </a:lvl3pPr>
            <a:lvl4pPr>
              <a:defRPr sz="3200">
                <a:solidFill>
                  <a:schemeClr val="tx1"/>
                </a:solidFill>
              </a:defRPr>
            </a:lvl4pPr>
            <a:lvl5pPr>
              <a:defRPr sz="3200">
                <a:solidFill>
                  <a:schemeClr val="tx1"/>
                </a:solidFill>
              </a:defRPr>
            </a:lvl5pPr>
            <a:lvl6pPr>
              <a:defRPr sz="3200"/>
            </a:lvl6pPr>
            <a:lvl7pPr>
              <a:defRPr sz="3200"/>
            </a:lvl7pPr>
            <a:lvl8pPr>
              <a:defRPr sz="3200"/>
            </a:lvl8pPr>
            <a:lvl9pPr>
              <a:defRPr sz="3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230991" y="7099836"/>
            <a:ext cx="7589026" cy="4388072"/>
          </a:xfrm>
        </p:spPr>
        <p:txBody>
          <a:bodyPr anchor="t" anchorCtr="1">
            <a:normAutofit/>
          </a:bodyPr>
          <a:lstStyle>
            <a:lvl1pPr marL="0" indent="0" algn="ctr">
              <a:buNone/>
              <a:defRPr sz="3000">
                <a:solidFill>
                  <a:srgbClr val="FFFFFF"/>
                </a:solidFill>
              </a:defRPr>
            </a:lvl1pPr>
            <a:lvl2pPr marL="914354" indent="0">
              <a:buNone/>
              <a:defRPr sz="2800"/>
            </a:lvl2pPr>
            <a:lvl3pPr marL="1828709" indent="0">
              <a:buNone/>
              <a:defRPr sz="2400"/>
            </a:lvl3pPr>
            <a:lvl4pPr marL="2743063" indent="0">
              <a:buNone/>
              <a:defRPr sz="2000"/>
            </a:lvl4pPr>
            <a:lvl5pPr marL="3657417" indent="0">
              <a:buNone/>
              <a:defRPr sz="2000"/>
            </a:lvl5pPr>
            <a:lvl6pPr marL="4571771" indent="0">
              <a:buNone/>
              <a:defRPr sz="2000"/>
            </a:lvl6pPr>
            <a:lvl7pPr marL="5486126" indent="0">
              <a:buNone/>
              <a:defRPr sz="2000"/>
            </a:lvl7pPr>
            <a:lvl8pPr marL="6400480" indent="0">
              <a:buNone/>
              <a:defRPr sz="2000"/>
            </a:lvl8pPr>
            <a:lvl9pPr marL="7314834" indent="0">
              <a:buNone/>
              <a:defRPr sz="2000"/>
            </a:lvl9pPr>
          </a:lstStyle>
          <a:p>
            <a:pPr lvl="0"/>
            <a:r>
              <a:rPr lang="es-ES"/>
              <a:t>Haga clic para modificar los estilos de texto del patrón</a:t>
            </a:r>
          </a:p>
        </p:txBody>
      </p:sp>
      <p:sp>
        <p:nvSpPr>
          <p:cNvPr id="9" name="Date Placeholder 8"/>
          <p:cNvSpPr>
            <a:spLocks noGrp="1"/>
          </p:cNvSpPr>
          <p:nvPr>
            <p:ph type="dt" sz="half" idx="10"/>
          </p:nvPr>
        </p:nvSpPr>
        <p:spPr/>
        <p:txBody>
          <a:bodyPr/>
          <a:lstStyle/>
          <a:p>
            <a:fld id="{AF6E2C9B-5FA2-460D-9BE7-B0812FC2A6FF}" type="datetimeFigureOut">
              <a:rPr lang="en-US" smtClean="0"/>
              <a:t>6/4/26</a:t>
            </a:fld>
            <a:endParaRPr lang="en-US" dirty="0"/>
          </a:p>
        </p:txBody>
      </p:sp>
      <p:sp>
        <p:nvSpPr>
          <p:cNvPr id="10" name="Footer Placeholder 9"/>
          <p:cNvSpPr>
            <a:spLocks noGrp="1"/>
          </p:cNvSpPr>
          <p:nvPr>
            <p:ph type="ftr" sz="quarter" idx="11"/>
          </p:nvPr>
        </p:nvSpPr>
        <p:spPr>
          <a:xfrm>
            <a:off x="1609240" y="12472416"/>
            <a:ext cx="10248927" cy="64008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4FAB73BC-B049-4115-A692-8D63A059BFB8}" type="slidenum">
              <a:rPr lang="en-US" smtClean="0"/>
              <a:pPr/>
              <a:t>‹Nº›</a:t>
            </a:fld>
            <a:endParaRPr lang="en-US" dirty="0"/>
          </a:p>
        </p:txBody>
      </p:sp>
    </p:spTree>
    <p:extLst>
      <p:ext uri="{BB962C8B-B14F-4D97-AF65-F5344CB8AC3E}">
        <p14:creationId xmlns:p14="http://schemas.microsoft.com/office/powerpoint/2010/main" val="78065423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18" name="Rectangle 17"/>
          <p:cNvSpPr/>
          <p:nvPr/>
        </p:nvSpPr>
        <p:spPr>
          <a:xfrm>
            <a:off x="1" y="0"/>
            <a:ext cx="12191205"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bwMode="blackWhite">
          <a:xfrm>
            <a:off x="1616941" y="4487656"/>
            <a:ext cx="8989411" cy="2269280"/>
          </a:xfrm>
          <a:solidFill>
            <a:srgbClr val="FFFFFF"/>
          </a:solidFill>
          <a:ln>
            <a:solidFill>
              <a:srgbClr val="404040"/>
            </a:solidFill>
          </a:ln>
        </p:spPr>
        <p:txBody>
          <a:bodyPr anchor="ctr" anchorCtr="1">
            <a:noAutofit/>
          </a:bodyPr>
          <a:lstStyle>
            <a:lvl1pPr>
              <a:defRPr sz="4400">
                <a:solidFill>
                  <a:srgbClr val="262626"/>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2191205" y="0"/>
            <a:ext cx="12203400" cy="13716000"/>
          </a:xfrm>
          <a:solidFill>
            <a:schemeClr val="bg1">
              <a:lumMod val="75000"/>
            </a:schemeClr>
          </a:solidFill>
        </p:spPr>
        <p:txBody>
          <a:bodyPr anchor="t"/>
          <a:lstStyle>
            <a:lvl1pPr marL="0" indent="0">
              <a:buNone/>
              <a:defRPr sz="6400">
                <a:solidFill>
                  <a:schemeClr val="bg1">
                    <a:lumMod val="85000"/>
                    <a:lumOff val="15000"/>
                  </a:schemeClr>
                </a:solidFill>
              </a:defRPr>
            </a:lvl1pPr>
            <a:lvl2pPr marL="914354" indent="0">
              <a:buNone/>
              <a:defRPr sz="5600"/>
            </a:lvl2pPr>
            <a:lvl3pPr marL="1828709" indent="0">
              <a:buNone/>
              <a:defRPr sz="4800"/>
            </a:lvl3pPr>
            <a:lvl4pPr marL="2743063" indent="0">
              <a:buNone/>
              <a:defRPr sz="4000"/>
            </a:lvl4pPr>
            <a:lvl5pPr marL="3657417" indent="0">
              <a:buNone/>
              <a:defRPr sz="4000"/>
            </a:lvl5pPr>
            <a:lvl6pPr marL="4571771" indent="0">
              <a:buNone/>
              <a:defRPr sz="4000"/>
            </a:lvl6pPr>
            <a:lvl7pPr marL="5486126" indent="0">
              <a:buNone/>
              <a:defRPr sz="4000"/>
            </a:lvl7pPr>
            <a:lvl8pPr marL="6400480" indent="0">
              <a:buNone/>
              <a:defRPr sz="4000"/>
            </a:lvl8pPr>
            <a:lvl9pPr marL="7314834" indent="0">
              <a:buNone/>
              <a:defRPr sz="4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230991" y="7099837"/>
            <a:ext cx="7589026" cy="4388074"/>
          </a:xfrm>
        </p:spPr>
        <p:txBody>
          <a:bodyPr anchor="t" anchorCtr="1">
            <a:normAutofit/>
          </a:bodyPr>
          <a:lstStyle>
            <a:lvl1pPr marL="0" indent="0" algn="ctr">
              <a:buNone/>
              <a:defRPr sz="3000">
                <a:solidFill>
                  <a:srgbClr val="FFFFFF"/>
                </a:solidFill>
              </a:defRPr>
            </a:lvl1pPr>
            <a:lvl2pPr marL="914354" indent="0">
              <a:buNone/>
              <a:defRPr sz="2800"/>
            </a:lvl2pPr>
            <a:lvl3pPr marL="1828709" indent="0">
              <a:buNone/>
              <a:defRPr sz="2400"/>
            </a:lvl3pPr>
            <a:lvl4pPr marL="2743063" indent="0">
              <a:buNone/>
              <a:defRPr sz="2000"/>
            </a:lvl4pPr>
            <a:lvl5pPr marL="3657417" indent="0">
              <a:buNone/>
              <a:defRPr sz="2000"/>
            </a:lvl5pPr>
            <a:lvl6pPr marL="4571771" indent="0">
              <a:buNone/>
              <a:defRPr sz="2000"/>
            </a:lvl6pPr>
            <a:lvl7pPr marL="5486126" indent="0">
              <a:buNone/>
              <a:defRPr sz="2000"/>
            </a:lvl7pPr>
            <a:lvl8pPr marL="6400480" indent="0">
              <a:buNone/>
              <a:defRPr sz="2000"/>
            </a:lvl8pPr>
            <a:lvl9pPr marL="7314834" indent="0">
              <a:buNone/>
              <a:defRPr sz="2000"/>
            </a:lvl9pPr>
          </a:lstStyle>
          <a:p>
            <a:pPr lvl="0"/>
            <a:r>
              <a:rPr lang="es-ES"/>
              <a:t>Haga clic para modificar los estilos de texto del patrón</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5586B75A-687E-405C-8A0B-8D00578BA2C3}" type="datetimeFigureOut">
              <a:rPr lang="en-US" smtClean="0"/>
              <a:pPr/>
              <a:t>6/4/26</a:t>
            </a:fld>
            <a:endParaRPr lang="en-US" dirty="0"/>
          </a:p>
        </p:txBody>
      </p:sp>
      <p:sp>
        <p:nvSpPr>
          <p:cNvPr id="9" name="Footer Placeholder 8"/>
          <p:cNvSpPr>
            <a:spLocks noGrp="1"/>
          </p:cNvSpPr>
          <p:nvPr>
            <p:ph type="ftr" sz="quarter" idx="11"/>
          </p:nvPr>
        </p:nvSpPr>
        <p:spPr>
          <a:xfrm>
            <a:off x="1609240" y="12472416"/>
            <a:ext cx="10248927" cy="64008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‹Nº›</a:t>
            </a:fld>
            <a:endParaRPr lang="en-US" dirty="0"/>
          </a:p>
        </p:txBody>
      </p:sp>
    </p:spTree>
    <p:extLst>
      <p:ext uri="{BB962C8B-B14F-4D97-AF65-F5344CB8AC3E}">
        <p14:creationId xmlns:p14="http://schemas.microsoft.com/office/powerpoint/2010/main" val="11071669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F4E5243-F52A-4D37-9694-EB26C6C31910}" type="datetimeFigureOut">
              <a:rPr lang="en-US" smtClean="0"/>
              <a:t>6/4/26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‹Nº›</a:t>
            </a:fld>
            <a:endParaRPr lang="en-US" dirty="0"/>
          </a:p>
        </p:txBody>
      </p:sp>
    </p:spTree>
    <p:extLst>
      <p:ext uri="{BB962C8B-B14F-4D97-AF65-F5344CB8AC3E}">
        <p14:creationId xmlns:p14="http://schemas.microsoft.com/office/powerpoint/2010/main" val="210544074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305098" y="1874520"/>
            <a:ext cx="2597047" cy="996696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4461983" y="1874520"/>
            <a:ext cx="12396171" cy="996696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A77B6E1-634A-48DC-9E8B-D894023267EF}" type="datetimeFigureOut">
              <a:rPr lang="en-US" smtClean="0"/>
              <a:t>6/4/26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‹Nº›</a:t>
            </a:fld>
            <a:endParaRPr lang="en-US" dirty="0"/>
          </a:p>
        </p:txBody>
      </p:sp>
    </p:spTree>
    <p:extLst>
      <p:ext uri="{BB962C8B-B14F-4D97-AF65-F5344CB8AC3E}">
        <p14:creationId xmlns:p14="http://schemas.microsoft.com/office/powerpoint/2010/main" val="386510843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E8260BFB-667A-DF48-9C66-475C23BAAE75}"/>
              </a:ext>
            </a:extLst>
          </p:cNvPr>
          <p:cNvSpPr>
            <a:spLocks noGrp="1"/>
          </p:cNvSpPr>
          <p:nvPr>
            <p:ph type="pic" sz="quarter" idx="10"/>
          </p:nvPr>
        </p:nvSpPr>
        <p:spPr>
          <a:xfrm>
            <a:off x="10474037" y="1011382"/>
            <a:ext cx="13908376" cy="11707091"/>
          </a:xfrm>
        </p:spPr>
        <p:txBody>
          <a:bodyPr/>
          <a:lstStyle/>
          <a:p>
            <a:r>
              <a:rPr lang="en-US"/>
              <a:t>Click icon to add picture</a:t>
            </a:r>
            <a:endParaRPr lang="en-GB"/>
          </a:p>
        </p:txBody>
      </p:sp>
      <p:sp>
        <p:nvSpPr>
          <p:cNvPr id="18" name="Date Placeholder 3">
            <a:extLst>
              <a:ext uri="{FF2B5EF4-FFF2-40B4-BE49-F238E27FC236}">
                <a16:creationId xmlns:a16="http://schemas.microsoft.com/office/drawing/2014/main" id="{4154D85E-8740-104B-AA1A-7DD07F31B678}"/>
              </a:ext>
            </a:extLst>
          </p:cNvPr>
          <p:cNvSpPr>
            <a:spLocks noGrp="1"/>
          </p:cNvSpPr>
          <p:nvPr>
            <p:ph type="dt" sz="half" idx="2"/>
          </p:nvPr>
        </p:nvSpPr>
        <p:spPr>
          <a:xfrm>
            <a:off x="944564" y="12451646"/>
            <a:ext cx="5334000" cy="276999"/>
          </a:xfrm>
          <a:prstGeom prst="rect">
            <a:avLst/>
          </a:prstGeom>
        </p:spPr>
        <p:txBody>
          <a:bodyPr vert="horz" wrap="square" lIns="0" tIns="0" rIns="0" bIns="0" rtlCol="0" anchor="ctr">
            <a:spAutoFit/>
          </a:bodyPr>
          <a:lstStyle>
            <a:lvl1pPr algn="l">
              <a:defRPr sz="1800" b="0" i="0" cap="all" baseline="0">
                <a:solidFill>
                  <a:schemeClr val="accent3"/>
                </a:solidFill>
                <a:latin typeface="Toyota Type Book" panose="020B0502020202020204" pitchFamily="34" charset="0"/>
                <a:cs typeface="Toyota Type Book" panose="020B0502020202020204" pitchFamily="34" charset="0"/>
              </a:defRPr>
            </a:lvl1pPr>
          </a:lstStyle>
          <a:p>
            <a:endParaRPr lang="en-GB" dirty="0"/>
          </a:p>
        </p:txBody>
      </p:sp>
    </p:spTree>
    <p:extLst>
      <p:ext uri="{BB962C8B-B14F-4D97-AF65-F5344CB8AC3E}">
        <p14:creationId xmlns:p14="http://schemas.microsoft.com/office/powerpoint/2010/main" val="28496420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5A8BDBF-6F5D-F041-B235-8F0CB6F07ED9}"/>
              </a:ext>
            </a:extLst>
          </p:cNvPr>
          <p:cNvSpPr>
            <a:spLocks noGrp="1"/>
          </p:cNvSpPr>
          <p:nvPr>
            <p:ph type="title" hasCustomPrompt="1"/>
          </p:nvPr>
        </p:nvSpPr>
        <p:spPr>
          <a:xfrm>
            <a:off x="950098" y="909672"/>
            <a:ext cx="22468701" cy="1432956"/>
          </a:xfrm>
        </p:spPr>
        <p:txBody>
          <a:bodyPr/>
          <a:lstStyle>
            <a:lvl1pPr>
              <a:defRPr>
                <a:solidFill>
                  <a:schemeClr val="tx1"/>
                </a:solidFill>
              </a:defRPr>
            </a:lvl1pPr>
          </a:lstStyle>
          <a:p>
            <a:r>
              <a:rPr lang="en-GB" dirty="0"/>
              <a:t>Click to edit </a:t>
            </a:r>
            <a:br>
              <a:rPr lang="en-GB" dirty="0"/>
            </a:br>
            <a:r>
              <a:rPr lang="en-GB" dirty="0"/>
              <a:t>Master title style</a:t>
            </a:r>
          </a:p>
        </p:txBody>
      </p:sp>
      <p:sp>
        <p:nvSpPr>
          <p:cNvPr id="7" name="Text Placeholder 10">
            <a:extLst>
              <a:ext uri="{FF2B5EF4-FFF2-40B4-BE49-F238E27FC236}">
                <a16:creationId xmlns:a16="http://schemas.microsoft.com/office/drawing/2014/main" id="{D47B6E0D-C0B0-FC43-8DA8-D4C7BEDA8B4F}"/>
              </a:ext>
            </a:extLst>
          </p:cNvPr>
          <p:cNvSpPr>
            <a:spLocks noGrp="1"/>
          </p:cNvSpPr>
          <p:nvPr>
            <p:ph type="body" sz="quarter" idx="12"/>
          </p:nvPr>
        </p:nvSpPr>
        <p:spPr>
          <a:xfrm>
            <a:off x="959825" y="3608861"/>
            <a:ext cx="22468701" cy="8433914"/>
          </a:xfrm>
        </p:spPr>
        <p:txBody>
          <a:bodyPr/>
          <a:lstStyle>
            <a:lvl1pPr marL="0" indent="0">
              <a:spcBef>
                <a:spcPts val="2600"/>
              </a:spcBef>
              <a:buFont typeface="Arial" panose="020B0604020202020204" pitchFamily="34" charset="0"/>
              <a:buNone/>
              <a:defRPr>
                <a:solidFill>
                  <a:schemeClr val="tx1"/>
                </a:solidFill>
              </a:defRPr>
            </a:lvl1pPr>
            <a:lvl2pPr marL="1208088" indent="-561600">
              <a:spcBef>
                <a:spcPts val="2600"/>
              </a:spcBef>
              <a:buFont typeface="Courier New" panose="02070309020205020404" pitchFamily="49" charset="0"/>
              <a:buChar char="o"/>
              <a:tabLst/>
              <a:defRPr>
                <a:solidFill>
                  <a:schemeClr val="tx1"/>
                </a:solidFill>
              </a:defRPr>
            </a:lvl2pPr>
            <a:lvl3pPr marL="0" indent="0">
              <a:buFont typeface="Arial" panose="020B0604020202020204" pitchFamily="34" charset="0"/>
              <a:buNone/>
              <a:defRPr>
                <a:solidFill>
                  <a:schemeClr val="tx1"/>
                </a:solidFill>
              </a:defRPr>
            </a:lvl3pPr>
            <a:lvl4pPr marL="0" indent="0">
              <a:buFont typeface="System Font Regular"/>
              <a:buNone/>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425420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ogo, text and image ">
    <p:spTree>
      <p:nvGrpSpPr>
        <p:cNvPr id="1" name=""/>
        <p:cNvGrpSpPr/>
        <p:nvPr/>
      </p:nvGrpSpPr>
      <p:grpSpPr>
        <a:xfrm>
          <a:off x="0" y="0"/>
          <a:ext cx="0" cy="0"/>
          <a:chOff x="0" y="0"/>
          <a:chExt cx="0" cy="0"/>
        </a:xfrm>
      </p:grpSpPr>
      <p:sp>
        <p:nvSpPr>
          <p:cNvPr id="8" name="Picture Placeholder 22">
            <a:extLst>
              <a:ext uri="{FF2B5EF4-FFF2-40B4-BE49-F238E27FC236}">
                <a16:creationId xmlns:a16="http://schemas.microsoft.com/office/drawing/2014/main" id="{8CCD3926-B27C-6841-B925-769ED7A6138C}"/>
              </a:ext>
            </a:extLst>
          </p:cNvPr>
          <p:cNvSpPr>
            <a:spLocks noGrp="1"/>
          </p:cNvSpPr>
          <p:nvPr>
            <p:ph type="pic" sz="quarter" idx="10"/>
          </p:nvPr>
        </p:nvSpPr>
        <p:spPr>
          <a:xfrm>
            <a:off x="11998325" y="977900"/>
            <a:ext cx="12384087" cy="11064875"/>
          </a:xfrm>
        </p:spPr>
        <p:txBody>
          <a:bodyPr/>
          <a:lstStyle>
            <a:lvl1pPr>
              <a:defRPr b="0">
                <a:solidFill>
                  <a:schemeClr val="tx1"/>
                </a:solidFill>
                <a:latin typeface="+mn-lt"/>
              </a:defRPr>
            </a:lvl1pPr>
          </a:lstStyle>
          <a:p>
            <a:r>
              <a:rPr lang="en-US"/>
              <a:t>Click icon to add picture</a:t>
            </a:r>
            <a:endParaRPr lang="en-GB" dirty="0"/>
          </a:p>
        </p:txBody>
      </p:sp>
      <p:sp>
        <p:nvSpPr>
          <p:cNvPr id="11" name="Text Placeholder 10">
            <a:extLst>
              <a:ext uri="{FF2B5EF4-FFF2-40B4-BE49-F238E27FC236}">
                <a16:creationId xmlns:a16="http://schemas.microsoft.com/office/drawing/2014/main" id="{F10DDF6A-2147-3742-B382-9C8E1A4737AC}"/>
              </a:ext>
            </a:extLst>
          </p:cNvPr>
          <p:cNvSpPr>
            <a:spLocks noGrp="1"/>
          </p:cNvSpPr>
          <p:nvPr>
            <p:ph type="body" sz="quarter" idx="12"/>
          </p:nvPr>
        </p:nvSpPr>
        <p:spPr>
          <a:xfrm>
            <a:off x="959826" y="3608861"/>
            <a:ext cx="10246438" cy="8433914"/>
          </a:xfrm>
        </p:spPr>
        <p:txBody>
          <a:bodyPr/>
          <a:lstStyle>
            <a:lvl1pPr>
              <a:spcBef>
                <a:spcPts val="2600"/>
              </a:spcBef>
              <a:defRPr/>
            </a:lvl1pPr>
            <a:lvl2pPr>
              <a:spcBef>
                <a:spcPts val="26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itle 11">
            <a:extLst>
              <a:ext uri="{FF2B5EF4-FFF2-40B4-BE49-F238E27FC236}">
                <a16:creationId xmlns:a16="http://schemas.microsoft.com/office/drawing/2014/main" id="{95A8BDBF-6F5D-F041-B235-8F0CB6F07ED9}"/>
              </a:ext>
            </a:extLst>
          </p:cNvPr>
          <p:cNvSpPr>
            <a:spLocks noGrp="1"/>
          </p:cNvSpPr>
          <p:nvPr>
            <p:ph type="title"/>
          </p:nvPr>
        </p:nvSpPr>
        <p:spPr>
          <a:xfrm>
            <a:off x="950099" y="909672"/>
            <a:ext cx="10256166" cy="716478"/>
          </a:xfrm>
        </p:spPr>
        <p:txBody>
          <a:bodyPr/>
          <a:lstStyle/>
          <a:p>
            <a:r>
              <a:rPr lang="en-US"/>
              <a:t>Click to edit Master title style</a:t>
            </a:r>
            <a:endParaRPr lang="en-GB" dirty="0"/>
          </a:p>
        </p:txBody>
      </p:sp>
    </p:spTree>
    <p:extLst>
      <p:ext uri="{BB962C8B-B14F-4D97-AF65-F5344CB8AC3E}">
        <p14:creationId xmlns:p14="http://schemas.microsoft.com/office/powerpoint/2010/main" val="12880736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ogo, text lg and image">
    <p:spTree>
      <p:nvGrpSpPr>
        <p:cNvPr id="1" name=""/>
        <p:cNvGrpSpPr/>
        <p:nvPr/>
      </p:nvGrpSpPr>
      <p:grpSpPr>
        <a:xfrm>
          <a:off x="0" y="0"/>
          <a:ext cx="0" cy="0"/>
          <a:chOff x="0" y="0"/>
          <a:chExt cx="0" cy="0"/>
        </a:xfrm>
      </p:grpSpPr>
      <p:sp>
        <p:nvSpPr>
          <p:cNvPr id="8" name="Picture Placeholder 22">
            <a:extLst>
              <a:ext uri="{FF2B5EF4-FFF2-40B4-BE49-F238E27FC236}">
                <a16:creationId xmlns:a16="http://schemas.microsoft.com/office/drawing/2014/main" id="{8CCD3926-B27C-6841-B925-769ED7A6138C}"/>
              </a:ext>
            </a:extLst>
          </p:cNvPr>
          <p:cNvSpPr>
            <a:spLocks noGrp="1"/>
          </p:cNvSpPr>
          <p:nvPr>
            <p:ph type="pic" sz="quarter" idx="10"/>
          </p:nvPr>
        </p:nvSpPr>
        <p:spPr>
          <a:xfrm>
            <a:off x="11998325" y="977900"/>
            <a:ext cx="12384087" cy="11064875"/>
          </a:xfrm>
        </p:spPr>
        <p:txBody>
          <a:bodyPr/>
          <a:lstStyle>
            <a:lvl1pPr>
              <a:defRPr b="0">
                <a:solidFill>
                  <a:schemeClr val="tx1"/>
                </a:solidFill>
                <a:latin typeface="+mn-lt"/>
              </a:defRPr>
            </a:lvl1pPr>
          </a:lstStyle>
          <a:p>
            <a:r>
              <a:rPr lang="en-US"/>
              <a:t>Click icon to add picture</a:t>
            </a:r>
            <a:endParaRPr lang="en-GB" dirty="0"/>
          </a:p>
        </p:txBody>
      </p:sp>
      <p:sp>
        <p:nvSpPr>
          <p:cNvPr id="11" name="Text Placeholder 10">
            <a:extLst>
              <a:ext uri="{FF2B5EF4-FFF2-40B4-BE49-F238E27FC236}">
                <a16:creationId xmlns:a16="http://schemas.microsoft.com/office/drawing/2014/main" id="{F10DDF6A-2147-3742-B382-9C8E1A4737AC}"/>
              </a:ext>
            </a:extLst>
          </p:cNvPr>
          <p:cNvSpPr>
            <a:spLocks noGrp="1"/>
          </p:cNvSpPr>
          <p:nvPr>
            <p:ph type="body" sz="quarter" idx="12"/>
          </p:nvPr>
        </p:nvSpPr>
        <p:spPr>
          <a:xfrm>
            <a:off x="959826" y="3513325"/>
            <a:ext cx="8579959" cy="8433914"/>
          </a:xfrm>
        </p:spPr>
        <p:txBody>
          <a:bodyPr/>
          <a:lstStyle>
            <a:lvl1pPr>
              <a:lnSpc>
                <a:spcPct val="123000"/>
              </a:lnSpc>
              <a:spcBef>
                <a:spcPts val="3800"/>
              </a:spcBef>
              <a:defRPr sz="4200" spc="-70">
                <a:solidFill>
                  <a:schemeClr val="tx1"/>
                </a:solidFill>
              </a:defRPr>
            </a:lvl1pPr>
            <a:lvl2pPr marL="0" indent="0">
              <a:lnSpc>
                <a:spcPct val="123000"/>
              </a:lnSpc>
              <a:spcBef>
                <a:spcPts val="0"/>
              </a:spcBef>
              <a:buNone/>
              <a:defRPr sz="4200" spc="-70">
                <a:solidFill>
                  <a:schemeClr val="tx1"/>
                </a:solidFill>
              </a:defRPr>
            </a:lvl2pPr>
            <a:lvl3pPr marL="0" indent="0">
              <a:lnSpc>
                <a:spcPct val="123000"/>
              </a:lnSpc>
              <a:buFont typeface="Arial" panose="020B0604020202020204" pitchFamily="34" charset="0"/>
              <a:buNone/>
              <a:defRPr sz="4200" spc="-70">
                <a:solidFill>
                  <a:schemeClr val="tx1"/>
                </a:solidFill>
              </a:defRPr>
            </a:lvl3pPr>
            <a:lvl4pPr marL="0" indent="0">
              <a:lnSpc>
                <a:spcPct val="123000"/>
              </a:lnSpc>
              <a:buFont typeface="System Font Regular"/>
              <a:buNone/>
              <a:defRPr sz="4200" spc="-70">
                <a:solidFill>
                  <a:schemeClr val="tx1"/>
                </a:solidFill>
              </a:defRPr>
            </a:lvl4pPr>
            <a:lvl5pPr>
              <a:lnSpc>
                <a:spcPct val="123000"/>
              </a:lnSpc>
              <a:defRPr sz="4200" spc="-7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itle 11">
            <a:extLst>
              <a:ext uri="{FF2B5EF4-FFF2-40B4-BE49-F238E27FC236}">
                <a16:creationId xmlns:a16="http://schemas.microsoft.com/office/drawing/2014/main" id="{95A8BDBF-6F5D-F041-B235-8F0CB6F07ED9}"/>
              </a:ext>
            </a:extLst>
          </p:cNvPr>
          <p:cNvSpPr>
            <a:spLocks noGrp="1"/>
          </p:cNvSpPr>
          <p:nvPr>
            <p:ph type="title"/>
          </p:nvPr>
        </p:nvSpPr>
        <p:spPr>
          <a:xfrm>
            <a:off x="950099" y="909672"/>
            <a:ext cx="10256166" cy="716478"/>
          </a:xfrm>
        </p:spPr>
        <p:txBody>
          <a:bodyPr/>
          <a:lstStyle>
            <a:lvl1pPr>
              <a:defRPr>
                <a:solidFill>
                  <a:schemeClr val="tx1"/>
                </a:solidFill>
              </a:defRPr>
            </a:lvl1pPr>
          </a:lstStyle>
          <a:p>
            <a:r>
              <a:rPr lang="en-US"/>
              <a:t>Click to edit Master title style</a:t>
            </a:r>
            <a:endParaRPr lang="en-GB" dirty="0"/>
          </a:p>
        </p:txBody>
      </p:sp>
    </p:spTree>
    <p:extLst>
      <p:ext uri="{BB962C8B-B14F-4D97-AF65-F5344CB8AC3E}">
        <p14:creationId xmlns:p14="http://schemas.microsoft.com/office/powerpoint/2010/main" val="29137811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2ximages">
    <p:spTree>
      <p:nvGrpSpPr>
        <p:cNvPr id="1" name=""/>
        <p:cNvGrpSpPr/>
        <p:nvPr/>
      </p:nvGrpSpPr>
      <p:grpSpPr>
        <a:xfrm>
          <a:off x="0" y="0"/>
          <a:ext cx="0" cy="0"/>
          <a:chOff x="0" y="0"/>
          <a:chExt cx="0" cy="0"/>
        </a:xfrm>
      </p:grpSpPr>
      <p:sp>
        <p:nvSpPr>
          <p:cNvPr id="8" name="Picture Placeholder 22">
            <a:extLst>
              <a:ext uri="{FF2B5EF4-FFF2-40B4-BE49-F238E27FC236}">
                <a16:creationId xmlns:a16="http://schemas.microsoft.com/office/drawing/2014/main" id="{65ACB85A-EE44-BD4A-90DC-6C8DC4C2F0B7}"/>
              </a:ext>
            </a:extLst>
          </p:cNvPr>
          <p:cNvSpPr>
            <a:spLocks noGrp="1"/>
          </p:cNvSpPr>
          <p:nvPr>
            <p:ph type="pic" sz="quarter" idx="10"/>
          </p:nvPr>
        </p:nvSpPr>
        <p:spPr>
          <a:xfrm>
            <a:off x="11998325" y="977900"/>
            <a:ext cx="12384088" cy="5409456"/>
          </a:xfrm>
        </p:spPr>
        <p:txBody>
          <a:bodyPr/>
          <a:lstStyle>
            <a:lvl1pPr>
              <a:defRPr>
                <a:solidFill>
                  <a:schemeClr val="bg1"/>
                </a:solidFill>
              </a:defRPr>
            </a:lvl1pPr>
          </a:lstStyle>
          <a:p>
            <a:r>
              <a:rPr lang="en-US"/>
              <a:t>Click icon to add picture</a:t>
            </a:r>
            <a:endParaRPr lang="en-GB"/>
          </a:p>
        </p:txBody>
      </p:sp>
      <p:sp>
        <p:nvSpPr>
          <p:cNvPr id="9" name="Picture Placeholder 22">
            <a:extLst>
              <a:ext uri="{FF2B5EF4-FFF2-40B4-BE49-F238E27FC236}">
                <a16:creationId xmlns:a16="http://schemas.microsoft.com/office/drawing/2014/main" id="{EF1974E1-1397-6D48-900A-910E84C27815}"/>
              </a:ext>
            </a:extLst>
          </p:cNvPr>
          <p:cNvSpPr>
            <a:spLocks noGrp="1"/>
          </p:cNvSpPr>
          <p:nvPr>
            <p:ph type="pic" sz="quarter" idx="13"/>
          </p:nvPr>
        </p:nvSpPr>
        <p:spPr>
          <a:xfrm>
            <a:off x="11998325" y="6633319"/>
            <a:ext cx="12384088" cy="5409456"/>
          </a:xfrm>
        </p:spPr>
        <p:txBody>
          <a:bodyPr/>
          <a:lstStyle>
            <a:lvl1pPr>
              <a:defRPr>
                <a:solidFill>
                  <a:schemeClr val="bg1"/>
                </a:solidFill>
              </a:defRPr>
            </a:lvl1pPr>
          </a:lstStyle>
          <a:p>
            <a:r>
              <a:rPr lang="en-US"/>
              <a:t>Click icon to add picture</a:t>
            </a:r>
            <a:endParaRPr lang="en-GB"/>
          </a:p>
        </p:txBody>
      </p:sp>
      <p:sp>
        <p:nvSpPr>
          <p:cNvPr id="10" name="Text Placeholder 10">
            <a:extLst>
              <a:ext uri="{FF2B5EF4-FFF2-40B4-BE49-F238E27FC236}">
                <a16:creationId xmlns:a16="http://schemas.microsoft.com/office/drawing/2014/main" id="{E38F8421-D3B4-1941-BD64-99B7247F7BD4}"/>
              </a:ext>
            </a:extLst>
          </p:cNvPr>
          <p:cNvSpPr>
            <a:spLocks noGrp="1"/>
          </p:cNvSpPr>
          <p:nvPr>
            <p:ph type="body" sz="quarter" idx="12"/>
          </p:nvPr>
        </p:nvSpPr>
        <p:spPr>
          <a:xfrm>
            <a:off x="959826" y="3608861"/>
            <a:ext cx="10246438" cy="8433914"/>
          </a:xfrm>
        </p:spPr>
        <p:txBody>
          <a:bodyPr/>
          <a:lstStyle>
            <a:lvl1pPr>
              <a:spcBef>
                <a:spcPts val="2600"/>
              </a:spcBef>
              <a:defRPr/>
            </a:lvl1pPr>
            <a:lvl2pPr>
              <a:spcBef>
                <a:spcPts val="26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a:extLst>
              <a:ext uri="{FF2B5EF4-FFF2-40B4-BE49-F238E27FC236}">
                <a16:creationId xmlns:a16="http://schemas.microsoft.com/office/drawing/2014/main" id="{8DA3537D-46FB-A149-B5D0-E9AC697F9CA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8202002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7" name="Table Placeholder 6">
            <a:extLst>
              <a:ext uri="{FF2B5EF4-FFF2-40B4-BE49-F238E27FC236}">
                <a16:creationId xmlns:a16="http://schemas.microsoft.com/office/drawing/2014/main" id="{6BC04623-A115-CA41-98ED-EC8B09FDE661}"/>
              </a:ext>
            </a:extLst>
          </p:cNvPr>
          <p:cNvSpPr>
            <a:spLocks noGrp="1"/>
          </p:cNvSpPr>
          <p:nvPr>
            <p:ph type="tbl" sz="quarter" idx="14"/>
          </p:nvPr>
        </p:nvSpPr>
        <p:spPr>
          <a:xfrm>
            <a:off x="944563" y="2690192"/>
            <a:ext cx="22474237" cy="9352583"/>
          </a:xfrm>
        </p:spPr>
        <p:txBody>
          <a:bodyPr/>
          <a:lstStyle/>
          <a:p>
            <a:r>
              <a:rPr lang="en-US"/>
              <a:t>Click icon to add table</a:t>
            </a:r>
            <a:endParaRPr lang="en-GB"/>
          </a:p>
        </p:txBody>
      </p:sp>
      <p:sp>
        <p:nvSpPr>
          <p:cNvPr id="4" name="Title 3">
            <a:extLst>
              <a:ext uri="{FF2B5EF4-FFF2-40B4-BE49-F238E27FC236}">
                <a16:creationId xmlns:a16="http://schemas.microsoft.com/office/drawing/2014/main" id="{57B6CDF6-3EF7-7749-AAE5-62B14738CA81}"/>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6796763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Graph">
    <p:spTree>
      <p:nvGrpSpPr>
        <p:cNvPr id="1" name=""/>
        <p:cNvGrpSpPr/>
        <p:nvPr/>
      </p:nvGrpSpPr>
      <p:grpSpPr>
        <a:xfrm>
          <a:off x="0" y="0"/>
          <a:ext cx="0" cy="0"/>
          <a:chOff x="0" y="0"/>
          <a:chExt cx="0" cy="0"/>
        </a:xfrm>
      </p:grpSpPr>
      <p:sp>
        <p:nvSpPr>
          <p:cNvPr id="9" name="Chart Placeholder 7">
            <a:extLst>
              <a:ext uri="{FF2B5EF4-FFF2-40B4-BE49-F238E27FC236}">
                <a16:creationId xmlns:a16="http://schemas.microsoft.com/office/drawing/2014/main" id="{CF8FDAF3-4647-1646-9456-900C4263202B}"/>
              </a:ext>
            </a:extLst>
          </p:cNvPr>
          <p:cNvSpPr>
            <a:spLocks noGrp="1"/>
          </p:cNvSpPr>
          <p:nvPr>
            <p:ph type="chart" sz="quarter" idx="15"/>
          </p:nvPr>
        </p:nvSpPr>
        <p:spPr>
          <a:xfrm>
            <a:off x="959825" y="2690192"/>
            <a:ext cx="22467381" cy="9352583"/>
          </a:xfrm>
        </p:spPr>
        <p:txBody>
          <a:bodyPr/>
          <a:lstStyle/>
          <a:p>
            <a:r>
              <a:rPr lang="en-US"/>
              <a:t>Click icon to add chart</a:t>
            </a:r>
            <a:endParaRPr lang="en-GB" dirty="0"/>
          </a:p>
        </p:txBody>
      </p:sp>
      <p:sp>
        <p:nvSpPr>
          <p:cNvPr id="2" name="Title 1">
            <a:extLst>
              <a:ext uri="{FF2B5EF4-FFF2-40B4-BE49-F238E27FC236}">
                <a16:creationId xmlns:a16="http://schemas.microsoft.com/office/drawing/2014/main" id="{9D39793A-6ED4-664D-A252-C9E4D2BA557B}"/>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9004964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2x Graph">
    <p:spTree>
      <p:nvGrpSpPr>
        <p:cNvPr id="1" name=""/>
        <p:cNvGrpSpPr/>
        <p:nvPr/>
      </p:nvGrpSpPr>
      <p:grpSpPr>
        <a:xfrm>
          <a:off x="0" y="0"/>
          <a:ext cx="0" cy="0"/>
          <a:chOff x="0" y="0"/>
          <a:chExt cx="0" cy="0"/>
        </a:xfrm>
      </p:grpSpPr>
      <p:sp>
        <p:nvSpPr>
          <p:cNvPr id="9" name="Chart Placeholder 7">
            <a:extLst>
              <a:ext uri="{FF2B5EF4-FFF2-40B4-BE49-F238E27FC236}">
                <a16:creationId xmlns:a16="http://schemas.microsoft.com/office/drawing/2014/main" id="{CF8FDAF3-4647-1646-9456-900C4263202B}"/>
              </a:ext>
            </a:extLst>
          </p:cNvPr>
          <p:cNvSpPr>
            <a:spLocks noGrp="1"/>
          </p:cNvSpPr>
          <p:nvPr>
            <p:ph type="chart" sz="quarter" idx="15"/>
          </p:nvPr>
        </p:nvSpPr>
        <p:spPr>
          <a:xfrm>
            <a:off x="957816" y="2690192"/>
            <a:ext cx="11022150" cy="9352583"/>
          </a:xfrm>
        </p:spPr>
        <p:txBody>
          <a:bodyPr/>
          <a:lstStyle/>
          <a:p>
            <a:r>
              <a:rPr lang="en-US"/>
              <a:t>Click icon to add chart</a:t>
            </a:r>
            <a:endParaRPr lang="en-GB" dirty="0"/>
          </a:p>
        </p:txBody>
      </p:sp>
      <p:sp>
        <p:nvSpPr>
          <p:cNvPr id="7" name="Chart Placeholder 7">
            <a:extLst>
              <a:ext uri="{FF2B5EF4-FFF2-40B4-BE49-F238E27FC236}">
                <a16:creationId xmlns:a16="http://schemas.microsoft.com/office/drawing/2014/main" id="{90946AE8-58CA-A34C-A38C-AFC74514C0BA}"/>
              </a:ext>
            </a:extLst>
          </p:cNvPr>
          <p:cNvSpPr>
            <a:spLocks noGrp="1"/>
          </p:cNvSpPr>
          <p:nvPr>
            <p:ph type="chart" sz="quarter" idx="16"/>
          </p:nvPr>
        </p:nvSpPr>
        <p:spPr>
          <a:xfrm>
            <a:off x="12387779" y="2690192"/>
            <a:ext cx="11023200" cy="9352583"/>
          </a:xfrm>
        </p:spPr>
        <p:txBody>
          <a:bodyPr/>
          <a:lstStyle/>
          <a:p>
            <a:r>
              <a:rPr lang="en-US"/>
              <a:t>Click icon to add chart</a:t>
            </a:r>
            <a:endParaRPr lang="en-GB" dirty="0"/>
          </a:p>
        </p:txBody>
      </p:sp>
      <p:cxnSp>
        <p:nvCxnSpPr>
          <p:cNvPr id="8" name="Straight Connector 7">
            <a:extLst>
              <a:ext uri="{FF2B5EF4-FFF2-40B4-BE49-F238E27FC236}">
                <a16:creationId xmlns:a16="http://schemas.microsoft.com/office/drawing/2014/main" id="{87B93A80-2D44-1549-A2BF-694A3CE422B6}"/>
              </a:ext>
            </a:extLst>
          </p:cNvPr>
          <p:cNvCxnSpPr>
            <a:cxnSpLocks/>
          </p:cNvCxnSpPr>
          <p:nvPr userDrawn="1"/>
        </p:nvCxnSpPr>
        <p:spPr>
          <a:xfrm>
            <a:off x="12191206" y="2690192"/>
            <a:ext cx="0" cy="9352583"/>
          </a:xfrm>
          <a:prstGeom prst="line">
            <a:avLst/>
          </a:prstGeom>
          <a:ln w="22225" cap="rnd">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54F1B7A-EFBE-F548-AA28-BE53F00F9137}"/>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032812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images only">
    <p:spTree>
      <p:nvGrpSpPr>
        <p:cNvPr id="1" name=""/>
        <p:cNvGrpSpPr/>
        <p:nvPr/>
      </p:nvGrpSpPr>
      <p:grpSpPr>
        <a:xfrm>
          <a:off x="0" y="0"/>
          <a:ext cx="0" cy="0"/>
          <a:chOff x="0" y="0"/>
          <a:chExt cx="0" cy="0"/>
        </a:xfrm>
      </p:grpSpPr>
      <p:sp>
        <p:nvSpPr>
          <p:cNvPr id="11" name="Picture Placeholder 22">
            <a:extLst>
              <a:ext uri="{FF2B5EF4-FFF2-40B4-BE49-F238E27FC236}">
                <a16:creationId xmlns:a16="http://schemas.microsoft.com/office/drawing/2014/main" id="{6F7AF393-E7FF-E945-9FA3-9A62FB9B89C0}"/>
              </a:ext>
            </a:extLst>
          </p:cNvPr>
          <p:cNvSpPr>
            <a:spLocks noGrp="1"/>
          </p:cNvSpPr>
          <p:nvPr>
            <p:ph type="pic" sz="quarter" idx="10"/>
          </p:nvPr>
        </p:nvSpPr>
        <p:spPr>
          <a:xfrm>
            <a:off x="0" y="3608764"/>
            <a:ext cx="8188325" cy="6492121"/>
          </a:xfrm>
        </p:spPr>
        <p:txBody>
          <a:bodyPr/>
          <a:lstStyle/>
          <a:p>
            <a:r>
              <a:rPr lang="en-US"/>
              <a:t>Click icon to add picture</a:t>
            </a:r>
            <a:endParaRPr lang="en-GB"/>
          </a:p>
        </p:txBody>
      </p:sp>
      <p:sp>
        <p:nvSpPr>
          <p:cNvPr id="13" name="Picture Placeholder 22">
            <a:extLst>
              <a:ext uri="{FF2B5EF4-FFF2-40B4-BE49-F238E27FC236}">
                <a16:creationId xmlns:a16="http://schemas.microsoft.com/office/drawing/2014/main" id="{4598CE8A-8FF0-2841-9539-808F5CF289DA}"/>
              </a:ext>
            </a:extLst>
          </p:cNvPr>
          <p:cNvSpPr>
            <a:spLocks noGrp="1"/>
          </p:cNvSpPr>
          <p:nvPr>
            <p:ph type="pic" sz="quarter" idx="13"/>
          </p:nvPr>
        </p:nvSpPr>
        <p:spPr>
          <a:xfrm>
            <a:off x="10088563" y="977899"/>
            <a:ext cx="14293850" cy="11071533"/>
          </a:xfrm>
        </p:spPr>
        <p:txBody>
          <a:bodyPr/>
          <a:lstStyle/>
          <a:p>
            <a:r>
              <a:rPr lang="en-US"/>
              <a:t>Click icon to add picture</a:t>
            </a:r>
            <a:endParaRPr lang="en-GB" dirty="0"/>
          </a:p>
        </p:txBody>
      </p:sp>
      <p:sp>
        <p:nvSpPr>
          <p:cNvPr id="6" name="Rectangle 5">
            <a:extLst>
              <a:ext uri="{FF2B5EF4-FFF2-40B4-BE49-F238E27FC236}">
                <a16:creationId xmlns:a16="http://schemas.microsoft.com/office/drawing/2014/main" id="{5EA34479-4A95-AB44-BF98-51265C93248B}"/>
              </a:ext>
            </a:extLst>
          </p:cNvPr>
          <p:cNvSpPr/>
          <p:nvPr userDrawn="1"/>
        </p:nvSpPr>
        <p:spPr>
          <a:xfrm>
            <a:off x="16174413" y="0"/>
            <a:ext cx="8208000" cy="2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Tree>
    <p:extLst>
      <p:ext uri="{BB962C8B-B14F-4D97-AF65-F5344CB8AC3E}">
        <p14:creationId xmlns:p14="http://schemas.microsoft.com/office/powerpoint/2010/main" val="20289440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images large">
    <p:spTree>
      <p:nvGrpSpPr>
        <p:cNvPr id="1" name=""/>
        <p:cNvGrpSpPr/>
        <p:nvPr/>
      </p:nvGrpSpPr>
      <p:grpSpPr>
        <a:xfrm>
          <a:off x="0" y="0"/>
          <a:ext cx="0" cy="0"/>
          <a:chOff x="0" y="0"/>
          <a:chExt cx="0" cy="0"/>
        </a:xfrm>
      </p:grpSpPr>
      <p:sp>
        <p:nvSpPr>
          <p:cNvPr id="11" name="Picture Placeholder 22">
            <a:extLst>
              <a:ext uri="{FF2B5EF4-FFF2-40B4-BE49-F238E27FC236}">
                <a16:creationId xmlns:a16="http://schemas.microsoft.com/office/drawing/2014/main" id="{6F7AF393-E7FF-E945-9FA3-9A62FB9B89C0}"/>
              </a:ext>
            </a:extLst>
          </p:cNvPr>
          <p:cNvSpPr>
            <a:spLocks noGrp="1"/>
          </p:cNvSpPr>
          <p:nvPr>
            <p:ph type="pic" sz="quarter" idx="10"/>
          </p:nvPr>
        </p:nvSpPr>
        <p:spPr>
          <a:xfrm>
            <a:off x="0" y="977899"/>
            <a:ext cx="8575675" cy="11064875"/>
          </a:xfrm>
        </p:spPr>
        <p:txBody>
          <a:bodyPr/>
          <a:lstStyle/>
          <a:p>
            <a:r>
              <a:rPr lang="en-US"/>
              <a:t>Click icon to add picture</a:t>
            </a:r>
            <a:endParaRPr lang="en-GB"/>
          </a:p>
        </p:txBody>
      </p:sp>
      <p:sp>
        <p:nvSpPr>
          <p:cNvPr id="13" name="Picture Placeholder 22">
            <a:extLst>
              <a:ext uri="{FF2B5EF4-FFF2-40B4-BE49-F238E27FC236}">
                <a16:creationId xmlns:a16="http://schemas.microsoft.com/office/drawing/2014/main" id="{4598CE8A-8FF0-2841-9539-808F5CF289DA}"/>
              </a:ext>
            </a:extLst>
          </p:cNvPr>
          <p:cNvSpPr>
            <a:spLocks noGrp="1"/>
          </p:cNvSpPr>
          <p:nvPr>
            <p:ph type="pic" sz="quarter" idx="13"/>
          </p:nvPr>
        </p:nvSpPr>
        <p:spPr>
          <a:xfrm>
            <a:off x="10088563" y="977900"/>
            <a:ext cx="14293850" cy="11064876"/>
          </a:xfrm>
        </p:spPr>
        <p:txBody>
          <a:bodyPr/>
          <a:lstStyle/>
          <a:p>
            <a:r>
              <a:rPr lang="en-US"/>
              <a:t>Click icon to add picture</a:t>
            </a:r>
            <a:endParaRPr lang="en-GB"/>
          </a:p>
        </p:txBody>
      </p:sp>
      <p:sp>
        <p:nvSpPr>
          <p:cNvPr id="6" name="Rectangle 5">
            <a:extLst>
              <a:ext uri="{FF2B5EF4-FFF2-40B4-BE49-F238E27FC236}">
                <a16:creationId xmlns:a16="http://schemas.microsoft.com/office/drawing/2014/main" id="{928CCE45-E160-A64C-BFE9-3DE274FE9F28}"/>
              </a:ext>
            </a:extLst>
          </p:cNvPr>
          <p:cNvSpPr/>
          <p:nvPr userDrawn="1"/>
        </p:nvSpPr>
        <p:spPr>
          <a:xfrm>
            <a:off x="16174413" y="0"/>
            <a:ext cx="8208000" cy="2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Tree>
    <p:extLst>
      <p:ext uri="{BB962C8B-B14F-4D97-AF65-F5344CB8AC3E}">
        <p14:creationId xmlns:p14="http://schemas.microsoft.com/office/powerpoint/2010/main" val="27576378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4x images">
    <p:bg>
      <p:bgPr>
        <a:solidFill>
          <a:schemeClr val="bg2"/>
        </a:solidFill>
        <a:effectLst/>
      </p:bgPr>
    </p:bg>
    <p:spTree>
      <p:nvGrpSpPr>
        <p:cNvPr id="1" name=""/>
        <p:cNvGrpSpPr/>
        <p:nvPr/>
      </p:nvGrpSpPr>
      <p:grpSpPr>
        <a:xfrm>
          <a:off x="0" y="0"/>
          <a:ext cx="0" cy="0"/>
          <a:chOff x="0" y="0"/>
          <a:chExt cx="0" cy="0"/>
        </a:xfrm>
      </p:grpSpPr>
      <p:sp>
        <p:nvSpPr>
          <p:cNvPr id="24" name="Picture Placeholder 19">
            <a:extLst>
              <a:ext uri="{FF2B5EF4-FFF2-40B4-BE49-F238E27FC236}">
                <a16:creationId xmlns:a16="http://schemas.microsoft.com/office/drawing/2014/main" id="{1ADB2374-65B4-F34D-BBA2-19F173449B79}"/>
              </a:ext>
            </a:extLst>
          </p:cNvPr>
          <p:cNvSpPr>
            <a:spLocks noGrp="1"/>
          </p:cNvSpPr>
          <p:nvPr>
            <p:ph type="pic" sz="quarter" idx="14"/>
          </p:nvPr>
        </p:nvSpPr>
        <p:spPr>
          <a:xfrm>
            <a:off x="955206" y="1613591"/>
            <a:ext cx="11130777" cy="5264287"/>
          </a:xfrm>
        </p:spPr>
        <p:txBody>
          <a:bodyPr/>
          <a:lstStyle/>
          <a:p>
            <a:r>
              <a:rPr lang="en-US"/>
              <a:t>Click icon to add picture</a:t>
            </a:r>
            <a:endParaRPr lang="en-GB"/>
          </a:p>
        </p:txBody>
      </p:sp>
      <p:sp>
        <p:nvSpPr>
          <p:cNvPr id="2" name="Title 1">
            <a:extLst>
              <a:ext uri="{FF2B5EF4-FFF2-40B4-BE49-F238E27FC236}">
                <a16:creationId xmlns:a16="http://schemas.microsoft.com/office/drawing/2014/main" id="{93253855-A16B-E540-99F2-3BB98EE981FB}"/>
              </a:ext>
            </a:extLst>
          </p:cNvPr>
          <p:cNvSpPr>
            <a:spLocks noGrp="1"/>
          </p:cNvSpPr>
          <p:nvPr>
            <p:ph type="title" hasCustomPrompt="1"/>
          </p:nvPr>
        </p:nvSpPr>
        <p:spPr>
          <a:xfrm>
            <a:off x="950098" y="923320"/>
            <a:ext cx="22467381" cy="417807"/>
          </a:xfrm>
        </p:spPr>
        <p:txBody>
          <a:bodyPr/>
          <a:lstStyle>
            <a:lvl1pPr>
              <a:lnSpc>
                <a:spcPct val="115000"/>
              </a:lnSpc>
              <a:defRPr sz="2600" cap="none">
                <a:latin typeface="+mn-lt"/>
              </a:defRPr>
            </a:lvl1pPr>
          </a:lstStyle>
          <a:p>
            <a:r>
              <a:rPr lang="en-GB" dirty="0"/>
              <a:t>Click to edit master title style</a:t>
            </a:r>
          </a:p>
        </p:txBody>
      </p:sp>
      <p:sp>
        <p:nvSpPr>
          <p:cNvPr id="11" name="Picture Placeholder 19">
            <a:extLst>
              <a:ext uri="{FF2B5EF4-FFF2-40B4-BE49-F238E27FC236}">
                <a16:creationId xmlns:a16="http://schemas.microsoft.com/office/drawing/2014/main" id="{BE5BAE00-03F8-3A43-87AE-6EBA9C9F4153}"/>
              </a:ext>
            </a:extLst>
          </p:cNvPr>
          <p:cNvSpPr>
            <a:spLocks noGrp="1"/>
          </p:cNvSpPr>
          <p:nvPr>
            <p:ph type="pic" sz="quarter" idx="15"/>
          </p:nvPr>
        </p:nvSpPr>
        <p:spPr>
          <a:xfrm>
            <a:off x="12285815" y="1613591"/>
            <a:ext cx="11130777" cy="5264287"/>
          </a:xfrm>
        </p:spPr>
        <p:txBody>
          <a:bodyPr/>
          <a:lstStyle/>
          <a:p>
            <a:r>
              <a:rPr lang="en-US"/>
              <a:t>Click icon to add picture</a:t>
            </a:r>
            <a:endParaRPr lang="en-GB"/>
          </a:p>
        </p:txBody>
      </p:sp>
      <p:sp>
        <p:nvSpPr>
          <p:cNvPr id="12" name="Picture Placeholder 19">
            <a:extLst>
              <a:ext uri="{FF2B5EF4-FFF2-40B4-BE49-F238E27FC236}">
                <a16:creationId xmlns:a16="http://schemas.microsoft.com/office/drawing/2014/main" id="{83857FB2-3B47-BA4C-B672-1EC5745F6887}"/>
              </a:ext>
            </a:extLst>
          </p:cNvPr>
          <p:cNvSpPr>
            <a:spLocks noGrp="1"/>
          </p:cNvSpPr>
          <p:nvPr>
            <p:ph type="pic" sz="quarter" idx="16"/>
          </p:nvPr>
        </p:nvSpPr>
        <p:spPr>
          <a:xfrm>
            <a:off x="955206" y="7020478"/>
            <a:ext cx="11130777" cy="5264287"/>
          </a:xfrm>
        </p:spPr>
        <p:txBody>
          <a:bodyPr/>
          <a:lstStyle/>
          <a:p>
            <a:r>
              <a:rPr lang="en-US"/>
              <a:t>Click icon to add picture</a:t>
            </a:r>
            <a:endParaRPr lang="en-GB"/>
          </a:p>
        </p:txBody>
      </p:sp>
      <p:sp>
        <p:nvSpPr>
          <p:cNvPr id="13" name="Picture Placeholder 19">
            <a:extLst>
              <a:ext uri="{FF2B5EF4-FFF2-40B4-BE49-F238E27FC236}">
                <a16:creationId xmlns:a16="http://schemas.microsoft.com/office/drawing/2014/main" id="{A9419448-A2F7-B14B-B19F-1953657E15DE}"/>
              </a:ext>
            </a:extLst>
          </p:cNvPr>
          <p:cNvSpPr>
            <a:spLocks noGrp="1"/>
          </p:cNvSpPr>
          <p:nvPr>
            <p:ph type="pic" sz="quarter" idx="17"/>
          </p:nvPr>
        </p:nvSpPr>
        <p:spPr>
          <a:xfrm>
            <a:off x="12285815" y="7020478"/>
            <a:ext cx="11130777" cy="5264287"/>
          </a:xfrm>
        </p:spPr>
        <p:txBody>
          <a:bodyPr/>
          <a:lstStyle/>
          <a:p>
            <a:r>
              <a:rPr lang="en-US"/>
              <a:t>Click icon to add picture</a:t>
            </a:r>
            <a:endParaRPr lang="en-GB"/>
          </a:p>
        </p:txBody>
      </p:sp>
    </p:spTree>
    <p:extLst>
      <p:ext uri="{BB962C8B-B14F-4D97-AF65-F5344CB8AC3E}">
        <p14:creationId xmlns:p14="http://schemas.microsoft.com/office/powerpoint/2010/main" val="25583501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x images">
    <p:bg>
      <p:bgPr>
        <a:solidFill>
          <a:schemeClr val="bg2"/>
        </a:solidFill>
        <a:effectLst/>
      </p:bgPr>
    </p:bg>
    <p:spTree>
      <p:nvGrpSpPr>
        <p:cNvPr id="1" name=""/>
        <p:cNvGrpSpPr/>
        <p:nvPr/>
      </p:nvGrpSpPr>
      <p:grpSpPr>
        <a:xfrm>
          <a:off x="0" y="0"/>
          <a:ext cx="0" cy="0"/>
          <a:chOff x="0" y="0"/>
          <a:chExt cx="0" cy="0"/>
        </a:xfrm>
      </p:grpSpPr>
      <p:sp>
        <p:nvSpPr>
          <p:cNvPr id="24" name="Picture Placeholder 19">
            <a:extLst>
              <a:ext uri="{FF2B5EF4-FFF2-40B4-BE49-F238E27FC236}">
                <a16:creationId xmlns:a16="http://schemas.microsoft.com/office/drawing/2014/main" id="{1ADB2374-65B4-F34D-BBA2-19F173449B79}"/>
              </a:ext>
            </a:extLst>
          </p:cNvPr>
          <p:cNvSpPr>
            <a:spLocks noGrp="1"/>
          </p:cNvSpPr>
          <p:nvPr>
            <p:ph type="pic" sz="quarter" idx="14"/>
          </p:nvPr>
        </p:nvSpPr>
        <p:spPr>
          <a:xfrm>
            <a:off x="955206" y="984251"/>
            <a:ext cx="11130777" cy="5595453"/>
          </a:xfrm>
        </p:spPr>
        <p:txBody>
          <a:bodyPr/>
          <a:lstStyle/>
          <a:p>
            <a:r>
              <a:rPr lang="en-US"/>
              <a:t>Click icon to add picture</a:t>
            </a:r>
            <a:endParaRPr lang="en-GB"/>
          </a:p>
        </p:txBody>
      </p:sp>
      <p:sp>
        <p:nvSpPr>
          <p:cNvPr id="14" name="Picture Placeholder 19">
            <a:extLst>
              <a:ext uri="{FF2B5EF4-FFF2-40B4-BE49-F238E27FC236}">
                <a16:creationId xmlns:a16="http://schemas.microsoft.com/office/drawing/2014/main" id="{16D5711C-8BEA-C844-B0FA-7D53CFE8C6CD}"/>
              </a:ext>
            </a:extLst>
          </p:cNvPr>
          <p:cNvSpPr>
            <a:spLocks noGrp="1"/>
          </p:cNvSpPr>
          <p:nvPr>
            <p:ph type="pic" sz="quarter" idx="15"/>
          </p:nvPr>
        </p:nvSpPr>
        <p:spPr>
          <a:xfrm>
            <a:off x="12285814" y="984251"/>
            <a:ext cx="11130777" cy="5595453"/>
          </a:xfrm>
        </p:spPr>
        <p:txBody>
          <a:bodyPr/>
          <a:lstStyle/>
          <a:p>
            <a:r>
              <a:rPr lang="en-US"/>
              <a:t>Click icon to add picture</a:t>
            </a:r>
            <a:endParaRPr lang="en-GB"/>
          </a:p>
        </p:txBody>
      </p:sp>
      <p:sp>
        <p:nvSpPr>
          <p:cNvPr id="15" name="Picture Placeholder 19">
            <a:extLst>
              <a:ext uri="{FF2B5EF4-FFF2-40B4-BE49-F238E27FC236}">
                <a16:creationId xmlns:a16="http://schemas.microsoft.com/office/drawing/2014/main" id="{AAE79B65-EDB5-894D-B49F-FDD6FC0C12CD}"/>
              </a:ext>
            </a:extLst>
          </p:cNvPr>
          <p:cNvSpPr>
            <a:spLocks noGrp="1"/>
          </p:cNvSpPr>
          <p:nvPr>
            <p:ph type="pic" sz="quarter" idx="16"/>
          </p:nvPr>
        </p:nvSpPr>
        <p:spPr>
          <a:xfrm>
            <a:off x="955206" y="6729069"/>
            <a:ext cx="11130777" cy="5595453"/>
          </a:xfrm>
        </p:spPr>
        <p:txBody>
          <a:bodyPr/>
          <a:lstStyle/>
          <a:p>
            <a:r>
              <a:rPr lang="en-US"/>
              <a:t>Click icon to add picture</a:t>
            </a:r>
            <a:endParaRPr lang="en-GB"/>
          </a:p>
        </p:txBody>
      </p:sp>
      <p:sp>
        <p:nvSpPr>
          <p:cNvPr id="16" name="Picture Placeholder 19">
            <a:extLst>
              <a:ext uri="{FF2B5EF4-FFF2-40B4-BE49-F238E27FC236}">
                <a16:creationId xmlns:a16="http://schemas.microsoft.com/office/drawing/2014/main" id="{FBA89667-5605-1040-AF91-DFD4D723AB92}"/>
              </a:ext>
            </a:extLst>
          </p:cNvPr>
          <p:cNvSpPr>
            <a:spLocks noGrp="1"/>
          </p:cNvSpPr>
          <p:nvPr>
            <p:ph type="pic" sz="quarter" idx="17"/>
          </p:nvPr>
        </p:nvSpPr>
        <p:spPr>
          <a:xfrm>
            <a:off x="12285814" y="6729069"/>
            <a:ext cx="11130777" cy="5595453"/>
          </a:xfrm>
        </p:spPr>
        <p:txBody>
          <a:bodyPr/>
          <a:lstStyle/>
          <a:p>
            <a:r>
              <a:rPr lang="en-US"/>
              <a:t>Click icon to add picture</a:t>
            </a:r>
            <a:endParaRPr lang="en-GB"/>
          </a:p>
        </p:txBody>
      </p:sp>
    </p:spTree>
    <p:extLst>
      <p:ext uri="{BB962C8B-B14F-4D97-AF65-F5344CB8AC3E}">
        <p14:creationId xmlns:p14="http://schemas.microsoft.com/office/powerpoint/2010/main" val="8061284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Picture middle - light grey">
    <p:bg>
      <p:bgPr>
        <a:solidFill>
          <a:schemeClr val="accent6"/>
        </a:solidFill>
        <a:effectLst/>
      </p:bgPr>
    </p:bg>
    <p:spTree>
      <p:nvGrpSpPr>
        <p:cNvPr id="1" name=""/>
        <p:cNvGrpSpPr/>
        <p:nvPr/>
      </p:nvGrpSpPr>
      <p:grpSpPr>
        <a:xfrm>
          <a:off x="0" y="0"/>
          <a:ext cx="0" cy="0"/>
          <a:chOff x="0" y="0"/>
          <a:chExt cx="0" cy="0"/>
        </a:xfrm>
      </p:grpSpPr>
      <p:sp>
        <p:nvSpPr>
          <p:cNvPr id="6" name="Picture Placeholder 19">
            <a:extLst>
              <a:ext uri="{FF2B5EF4-FFF2-40B4-BE49-F238E27FC236}">
                <a16:creationId xmlns:a16="http://schemas.microsoft.com/office/drawing/2014/main" id="{4F002016-31B9-2242-81BA-E8CFAA2E2452}"/>
              </a:ext>
            </a:extLst>
          </p:cNvPr>
          <p:cNvSpPr>
            <a:spLocks noGrp="1"/>
          </p:cNvSpPr>
          <p:nvPr>
            <p:ph type="pic" sz="quarter" idx="18"/>
          </p:nvPr>
        </p:nvSpPr>
        <p:spPr>
          <a:xfrm>
            <a:off x="2665069" y="2327866"/>
            <a:ext cx="19052274" cy="9491095"/>
          </a:xfrm>
        </p:spPr>
        <p:txBody>
          <a:bodyPr/>
          <a:lstStyle/>
          <a:p>
            <a:r>
              <a:rPr lang="en-US"/>
              <a:t>Click icon to add picture</a:t>
            </a:r>
            <a:endParaRPr lang="en-GB"/>
          </a:p>
        </p:txBody>
      </p:sp>
      <p:sp>
        <p:nvSpPr>
          <p:cNvPr id="7" name="Title 1">
            <a:extLst>
              <a:ext uri="{FF2B5EF4-FFF2-40B4-BE49-F238E27FC236}">
                <a16:creationId xmlns:a16="http://schemas.microsoft.com/office/drawing/2014/main" id="{B4288EAF-1D93-4644-BCC3-586021A687C8}"/>
              </a:ext>
            </a:extLst>
          </p:cNvPr>
          <p:cNvSpPr>
            <a:spLocks noGrp="1"/>
          </p:cNvSpPr>
          <p:nvPr>
            <p:ph type="title" hasCustomPrompt="1"/>
          </p:nvPr>
        </p:nvSpPr>
        <p:spPr>
          <a:xfrm>
            <a:off x="950098" y="923320"/>
            <a:ext cx="22467381" cy="417807"/>
          </a:xfrm>
        </p:spPr>
        <p:txBody>
          <a:bodyPr/>
          <a:lstStyle>
            <a:lvl1pPr>
              <a:lnSpc>
                <a:spcPct val="115000"/>
              </a:lnSpc>
              <a:defRPr sz="2600" cap="none">
                <a:latin typeface="+mn-lt"/>
              </a:defRPr>
            </a:lvl1pPr>
          </a:lstStyle>
          <a:p>
            <a:r>
              <a:rPr lang="en-GB" dirty="0"/>
              <a:t>Click to edit master title style</a:t>
            </a:r>
          </a:p>
        </p:txBody>
      </p:sp>
    </p:spTree>
    <p:extLst>
      <p:ext uri="{BB962C8B-B14F-4D97-AF65-F5344CB8AC3E}">
        <p14:creationId xmlns:p14="http://schemas.microsoft.com/office/powerpoint/2010/main" val="32429526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lg and Picture middle - light grey">
    <p:bg>
      <p:bgPr>
        <a:solidFill>
          <a:schemeClr val="accent6"/>
        </a:solidFill>
        <a:effectLst/>
      </p:bgPr>
    </p:bg>
    <p:spTree>
      <p:nvGrpSpPr>
        <p:cNvPr id="1" name=""/>
        <p:cNvGrpSpPr/>
        <p:nvPr/>
      </p:nvGrpSpPr>
      <p:grpSpPr>
        <a:xfrm>
          <a:off x="0" y="0"/>
          <a:ext cx="0" cy="0"/>
          <a:chOff x="0" y="0"/>
          <a:chExt cx="0" cy="0"/>
        </a:xfrm>
      </p:grpSpPr>
      <p:sp>
        <p:nvSpPr>
          <p:cNvPr id="6" name="Picture Placeholder 19">
            <a:extLst>
              <a:ext uri="{FF2B5EF4-FFF2-40B4-BE49-F238E27FC236}">
                <a16:creationId xmlns:a16="http://schemas.microsoft.com/office/drawing/2014/main" id="{4F002016-31B9-2242-81BA-E8CFAA2E2452}"/>
              </a:ext>
            </a:extLst>
          </p:cNvPr>
          <p:cNvSpPr>
            <a:spLocks noGrp="1"/>
          </p:cNvSpPr>
          <p:nvPr>
            <p:ph type="pic" sz="quarter" idx="18"/>
          </p:nvPr>
        </p:nvSpPr>
        <p:spPr>
          <a:xfrm>
            <a:off x="2665069" y="2327866"/>
            <a:ext cx="19052274" cy="9491095"/>
          </a:xfrm>
        </p:spPr>
        <p:txBody>
          <a:bodyPr/>
          <a:lstStyle/>
          <a:p>
            <a:r>
              <a:rPr lang="en-US"/>
              <a:t>Click icon to add picture</a:t>
            </a:r>
            <a:endParaRPr lang="en-GB"/>
          </a:p>
        </p:txBody>
      </p:sp>
      <p:sp>
        <p:nvSpPr>
          <p:cNvPr id="4" name="Title 4">
            <a:extLst>
              <a:ext uri="{FF2B5EF4-FFF2-40B4-BE49-F238E27FC236}">
                <a16:creationId xmlns:a16="http://schemas.microsoft.com/office/drawing/2014/main" id="{96296710-FDFB-C548-A23F-911E936D0BBE}"/>
              </a:ext>
            </a:extLst>
          </p:cNvPr>
          <p:cNvSpPr>
            <a:spLocks noGrp="1"/>
          </p:cNvSpPr>
          <p:nvPr>
            <p:ph type="title"/>
          </p:nvPr>
        </p:nvSpPr>
        <p:spPr>
          <a:xfrm>
            <a:off x="950098" y="909672"/>
            <a:ext cx="22467381" cy="716478"/>
          </a:xfrm>
        </p:spPr>
        <p:txBody>
          <a:bodyPr/>
          <a:lstStyle>
            <a:lvl1pPr>
              <a:defRPr spc="-20" baseline="0"/>
            </a:lvl1pPr>
          </a:lstStyle>
          <a:p>
            <a:r>
              <a:rPr lang="en-US"/>
              <a:t>Click to edit Master title style</a:t>
            </a:r>
            <a:endParaRPr lang="en-GB" dirty="0"/>
          </a:p>
        </p:txBody>
      </p:sp>
    </p:spTree>
    <p:extLst>
      <p:ext uri="{BB962C8B-B14F-4D97-AF65-F5344CB8AC3E}">
        <p14:creationId xmlns:p14="http://schemas.microsoft.com/office/powerpoint/2010/main" val="27258779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300FC-CDA9-4540-96E9-886EA99575E6}"/>
              </a:ext>
            </a:extLst>
          </p:cNvPr>
          <p:cNvSpPr>
            <a:spLocks noGrp="1"/>
          </p:cNvSpPr>
          <p:nvPr>
            <p:ph type="title"/>
          </p:nvPr>
        </p:nvSpPr>
        <p:spPr/>
        <p:txBody>
          <a:bodyPr/>
          <a:lstStyle/>
          <a:p>
            <a:r>
              <a:rPr lang="en-US"/>
              <a:t>Click to edit Master title style</a:t>
            </a:r>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Grey background">
    <p:bg>
      <p:bgPr>
        <a:solidFill>
          <a:schemeClr val="accent6"/>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1D2205-8B7C-184C-BEF9-591246AFB258}"/>
              </a:ext>
            </a:extLst>
          </p:cNvPr>
          <p:cNvSpPr>
            <a:spLocks noGrp="1"/>
          </p:cNvSpPr>
          <p:nvPr>
            <p:ph type="title"/>
          </p:nvPr>
        </p:nvSpPr>
        <p:spPr/>
        <p:txBody>
          <a:bodyPr/>
          <a:lstStyle>
            <a:lvl1pPr>
              <a:defRPr spc="-20" baseline="0"/>
            </a:lvl1pPr>
          </a:lstStyle>
          <a:p>
            <a:r>
              <a:rPr lang="en-US"/>
              <a:t>Click to edit Master title style</a:t>
            </a:r>
            <a:endParaRPr lang="en-GB" dirty="0"/>
          </a:p>
        </p:txBody>
      </p:sp>
    </p:spTree>
    <p:extLst>
      <p:ext uri="{BB962C8B-B14F-4D97-AF65-F5344CB8AC3E}">
        <p14:creationId xmlns:p14="http://schemas.microsoft.com/office/powerpoint/2010/main" val="14828775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Large titl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AFFAB0A-8774-2F4F-A8A5-FF735E3218F8}"/>
              </a:ext>
            </a:extLst>
          </p:cNvPr>
          <p:cNvSpPr/>
          <p:nvPr userDrawn="1"/>
        </p:nvSpPr>
        <p:spPr>
          <a:xfrm>
            <a:off x="16174413" y="0"/>
            <a:ext cx="8208000" cy="2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2" name="Title 1">
            <a:extLst>
              <a:ext uri="{FF2B5EF4-FFF2-40B4-BE49-F238E27FC236}">
                <a16:creationId xmlns:a16="http://schemas.microsoft.com/office/drawing/2014/main" id="{8984581A-DD12-9440-A5DC-550686FE300C}"/>
              </a:ext>
            </a:extLst>
          </p:cNvPr>
          <p:cNvSpPr>
            <a:spLocks noGrp="1"/>
          </p:cNvSpPr>
          <p:nvPr>
            <p:ph type="title"/>
          </p:nvPr>
        </p:nvSpPr>
        <p:spPr>
          <a:xfrm>
            <a:off x="957516" y="4671232"/>
            <a:ext cx="22467381" cy="4290405"/>
          </a:xfrm>
        </p:spPr>
        <p:txBody>
          <a:bodyPr anchor="ctr"/>
          <a:lstStyle>
            <a:lvl1pPr algn="ctr">
              <a:lnSpc>
                <a:spcPct val="82000"/>
              </a:lnSpc>
              <a:defRPr sz="17000" spc="-300" baseline="0">
                <a:latin typeface="+mn-lt"/>
              </a:defRPr>
            </a:lvl1pPr>
          </a:lstStyle>
          <a:p>
            <a:r>
              <a:rPr lang="en-US"/>
              <a:t>Click to edit Master title style</a:t>
            </a:r>
            <a:endParaRPr lang="en-GB" dirty="0"/>
          </a:p>
        </p:txBody>
      </p:sp>
      <p:pic>
        <p:nvPicPr>
          <p:cNvPr id="8" name="Graphic 7">
            <a:extLst>
              <a:ext uri="{FF2B5EF4-FFF2-40B4-BE49-F238E27FC236}">
                <a16:creationId xmlns:a16="http://schemas.microsoft.com/office/drawing/2014/main" id="{10DC56DC-C15B-A248-976A-B5482E6EB47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20196" y="1008137"/>
            <a:ext cx="1629486" cy="1054373"/>
          </a:xfrm>
          <a:prstGeom prst="rect">
            <a:avLst/>
          </a:prstGeom>
        </p:spPr>
      </p:pic>
    </p:spTree>
    <p:extLst>
      <p:ext uri="{BB962C8B-B14F-4D97-AF65-F5344CB8AC3E}">
        <p14:creationId xmlns:p14="http://schemas.microsoft.com/office/powerpoint/2010/main" val="25106569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Large title - grey">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AFFAB0A-8774-2F4F-A8A5-FF735E3218F8}"/>
              </a:ext>
            </a:extLst>
          </p:cNvPr>
          <p:cNvSpPr/>
          <p:nvPr userDrawn="1"/>
        </p:nvSpPr>
        <p:spPr>
          <a:xfrm>
            <a:off x="16174413" y="0"/>
            <a:ext cx="8208000" cy="2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pic>
        <p:nvPicPr>
          <p:cNvPr id="8" name="Graphic 7">
            <a:extLst>
              <a:ext uri="{FF2B5EF4-FFF2-40B4-BE49-F238E27FC236}">
                <a16:creationId xmlns:a16="http://schemas.microsoft.com/office/drawing/2014/main" id="{10DC56DC-C15B-A248-976A-B5482E6EB47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20196" y="1008137"/>
            <a:ext cx="1629486" cy="1054373"/>
          </a:xfrm>
          <a:prstGeom prst="rect">
            <a:avLst/>
          </a:prstGeom>
        </p:spPr>
      </p:pic>
      <p:sp>
        <p:nvSpPr>
          <p:cNvPr id="6" name="Title 1">
            <a:extLst>
              <a:ext uri="{FF2B5EF4-FFF2-40B4-BE49-F238E27FC236}">
                <a16:creationId xmlns:a16="http://schemas.microsoft.com/office/drawing/2014/main" id="{1D1C9415-B1EC-864E-8F5F-D7126A80AB0B}"/>
              </a:ext>
            </a:extLst>
          </p:cNvPr>
          <p:cNvSpPr>
            <a:spLocks noGrp="1"/>
          </p:cNvSpPr>
          <p:nvPr>
            <p:ph type="title"/>
          </p:nvPr>
        </p:nvSpPr>
        <p:spPr>
          <a:xfrm>
            <a:off x="957516" y="4671232"/>
            <a:ext cx="22467381" cy="4290405"/>
          </a:xfrm>
        </p:spPr>
        <p:txBody>
          <a:bodyPr anchor="ctr"/>
          <a:lstStyle>
            <a:lvl1pPr algn="ctr">
              <a:lnSpc>
                <a:spcPct val="82000"/>
              </a:lnSpc>
              <a:defRPr sz="17000" spc="-300" baseline="0">
                <a:solidFill>
                  <a:schemeClr val="bg1"/>
                </a:solidFill>
                <a:latin typeface="+mn-lt"/>
              </a:defRPr>
            </a:lvl1pPr>
          </a:lstStyle>
          <a:p>
            <a:r>
              <a:rPr lang="en-US"/>
              <a:t>Click to edit Master title style</a:t>
            </a:r>
            <a:endParaRPr lang="en-GB" dirty="0"/>
          </a:p>
        </p:txBody>
      </p:sp>
    </p:spTree>
    <p:extLst>
      <p:ext uri="{BB962C8B-B14F-4D97-AF65-F5344CB8AC3E}">
        <p14:creationId xmlns:p14="http://schemas.microsoft.com/office/powerpoint/2010/main" val="1435679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4461982" y="1929384"/>
            <a:ext cx="15458450" cy="237744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4461982" y="5276089"/>
            <a:ext cx="15458450" cy="620396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5641840" y="12477632"/>
            <a:ext cx="5507134" cy="647936"/>
          </a:xfrm>
          <a:prstGeom prst="rect">
            <a:avLst/>
          </a:prstGeom>
        </p:spPr>
        <p:txBody>
          <a:bodyPr vert="horz" lIns="91440" tIns="45720" rIns="91440" bIns="45720" rtlCol="0" anchor="ctr"/>
          <a:lstStyle>
            <a:lvl1pPr algn="r">
              <a:defRPr sz="2100">
                <a:solidFill>
                  <a:schemeClr val="tx1">
                    <a:alpha val="70000"/>
                  </a:schemeClr>
                </a:solidFill>
              </a:defRPr>
            </a:lvl1pPr>
          </a:lstStyle>
          <a:p>
            <a:fld id="{5586B75A-687E-405C-8A0B-8D00578BA2C3}" type="datetimeFigureOut">
              <a:rPr lang="en-US" smtClean="0"/>
              <a:pPr/>
              <a:t>6/4/26</a:t>
            </a:fld>
            <a:endParaRPr lang="en-US" dirty="0"/>
          </a:p>
        </p:txBody>
      </p:sp>
      <p:sp>
        <p:nvSpPr>
          <p:cNvPr id="5" name="Footer Placeholder 4"/>
          <p:cNvSpPr>
            <a:spLocks noGrp="1"/>
          </p:cNvSpPr>
          <p:nvPr>
            <p:ph type="ftr" sz="quarter" idx="3"/>
          </p:nvPr>
        </p:nvSpPr>
        <p:spPr>
          <a:xfrm>
            <a:off x="3200193" y="12472416"/>
            <a:ext cx="11801610" cy="640080"/>
          </a:xfrm>
          <a:prstGeom prst="rect">
            <a:avLst/>
          </a:prstGeom>
        </p:spPr>
        <p:txBody>
          <a:bodyPr vert="horz" lIns="91440" tIns="45720" rIns="91440" bIns="45720" rtlCol="0" anchor="ctr"/>
          <a:lstStyle>
            <a:lvl1pPr algn="l">
              <a:defRPr sz="210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21516444" y="12435840"/>
            <a:ext cx="731472" cy="731520"/>
          </a:xfrm>
          <a:prstGeom prst="ellipse">
            <a:avLst/>
          </a:prstGeom>
          <a:solidFill>
            <a:srgbClr val="1D1D1D">
              <a:alpha val="70000"/>
            </a:srgbClr>
          </a:solidFill>
        </p:spPr>
        <p:txBody>
          <a:bodyPr vert="horz" lIns="18288" tIns="45720" rIns="18288" bIns="45720" rtlCol="0" anchor="ctr">
            <a:noAutofit/>
          </a:bodyPr>
          <a:lstStyle>
            <a:lvl1pPr algn="ctr">
              <a:defRPr sz="2200" spc="0" baseline="0">
                <a:solidFill>
                  <a:srgbClr val="FFFFFF"/>
                </a:solidFill>
              </a:defRPr>
            </a:lvl1pPr>
          </a:lstStyle>
          <a:p>
            <a:fld id="{4FAB73BC-B049-4115-A692-8D63A059BFB8}" type="slidenum">
              <a:rPr lang="en-US" smtClean="0"/>
              <a:pPr/>
              <a:t>‹Nº›</a:t>
            </a:fld>
            <a:endParaRPr lang="en-US" dirty="0"/>
          </a:p>
        </p:txBody>
      </p:sp>
    </p:spTree>
    <p:extLst>
      <p:ext uri="{BB962C8B-B14F-4D97-AF65-F5344CB8AC3E}">
        <p14:creationId xmlns:p14="http://schemas.microsoft.com/office/powerpoint/2010/main" val="1525267123"/>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4" r:id="rId13"/>
    <p:sldLayoutId id="2147483703" r:id="rId14"/>
    <p:sldLayoutId id="2147483721" r:id="rId15"/>
    <p:sldLayoutId id="2147483686" r:id="rId16"/>
    <p:sldLayoutId id="2147483674" r:id="rId17"/>
    <p:sldLayoutId id="2147483675" r:id="rId18"/>
    <p:sldLayoutId id="2147483676" r:id="rId19"/>
    <p:sldLayoutId id="2147483694" r:id="rId20"/>
    <p:sldLayoutId id="2147483695" r:id="rId21"/>
    <p:sldLayoutId id="2147483682" r:id="rId22"/>
    <p:sldLayoutId id="2147483708" r:id="rId23"/>
    <p:sldLayoutId id="2147483684" r:id="rId24"/>
    <p:sldLayoutId id="2147483722" r:id="rId25"/>
    <p:sldLayoutId id="2147483667" r:id="rId26"/>
    <p:sldLayoutId id="2147483707" r:id="rId27"/>
    <p:sldLayoutId id="2147483717" r:id="rId28"/>
    <p:sldLayoutId id="2147483718" r:id="rId29"/>
  </p:sldLayoutIdLst>
  <p:hf sldNum="0" hdr="0" ftr="0" dt="0"/>
  <p:txStyles>
    <p:titleStyle>
      <a:lvl1pPr algn="ctr" defTabSz="1828709" rtl="0" eaLnBrk="1" latinLnBrk="0" hangingPunct="1">
        <a:lnSpc>
          <a:spcPct val="90000"/>
        </a:lnSpc>
        <a:spcBef>
          <a:spcPct val="0"/>
        </a:spcBef>
        <a:buNone/>
        <a:defRPr sz="5600" kern="1200" cap="all" spc="400" baseline="0">
          <a:solidFill>
            <a:srgbClr val="262626"/>
          </a:solidFill>
          <a:latin typeface="+mj-lt"/>
          <a:ea typeface="+mj-ea"/>
          <a:cs typeface="+mj-cs"/>
        </a:defRPr>
      </a:lvl1pPr>
    </p:titleStyle>
    <p:bodyStyle>
      <a:lvl1pPr marL="457177" indent="-457177" algn="l" defTabSz="1828709" rtl="0" eaLnBrk="1" latinLnBrk="0" hangingPunct="1">
        <a:lnSpc>
          <a:spcPct val="100000"/>
        </a:lnSpc>
        <a:spcBef>
          <a:spcPts val="2000"/>
        </a:spcBef>
        <a:buClr>
          <a:schemeClr val="accent2"/>
        </a:buClr>
        <a:buFont typeface="Arial" panose="020B0604020202020204" pitchFamily="34" charset="0"/>
        <a:buChar char="•"/>
        <a:defRPr sz="3600" kern="1200">
          <a:solidFill>
            <a:schemeClr val="tx1">
              <a:lumMod val="85000"/>
              <a:lumOff val="15000"/>
            </a:schemeClr>
          </a:solidFill>
          <a:latin typeface="+mn-lt"/>
          <a:ea typeface="+mn-ea"/>
          <a:cs typeface="+mn-cs"/>
        </a:defRPr>
      </a:lvl1pPr>
      <a:lvl2pPr marL="91435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lumMod val="85000"/>
              <a:lumOff val="15000"/>
            </a:schemeClr>
          </a:solidFill>
          <a:latin typeface="+mn-lt"/>
          <a:ea typeface="+mn-ea"/>
          <a:cs typeface="+mn-cs"/>
        </a:defRPr>
      </a:lvl2pPr>
      <a:lvl3pPr marL="1371531"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lumMod val="85000"/>
              <a:lumOff val="15000"/>
            </a:schemeClr>
          </a:solidFill>
          <a:latin typeface="+mn-lt"/>
          <a:ea typeface="+mn-ea"/>
          <a:cs typeface="+mn-cs"/>
        </a:defRPr>
      </a:lvl3pPr>
      <a:lvl4pPr marL="1828709"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lumMod val="85000"/>
              <a:lumOff val="15000"/>
            </a:schemeClr>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lumMod val="85000"/>
              <a:lumOff val="15000"/>
            </a:schemeClr>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p:bodyStyle>
    <p:otherStyle>
      <a:defPPr>
        <a:defRPr lang="en-US"/>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microsoft.com/office/2007/relationships/hdphoto" Target="../media/hdphoto1.wdp"/><Relationship Id="rId7"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6.jpeg"/><Relationship Id="rId2" Type="http://schemas.openxmlformats.org/officeDocument/2006/relationships/image" Target="../media/image13.jpeg"/><Relationship Id="rId1" Type="http://schemas.openxmlformats.org/officeDocument/2006/relationships/slideLayout" Target="../slideLayouts/slideLayout13.xml"/><Relationship Id="rId6" Type="http://schemas.openxmlformats.org/officeDocument/2006/relationships/image" Target="../media/image15.jpeg"/><Relationship Id="rId11" Type="http://schemas.openxmlformats.org/officeDocument/2006/relationships/image" Target="../media/image19.png"/><Relationship Id="rId5" Type="http://schemas.openxmlformats.org/officeDocument/2006/relationships/image" Target="../media/image14.png"/><Relationship Id="rId10" Type="http://schemas.openxmlformats.org/officeDocument/2006/relationships/image" Target="../media/image18.png"/><Relationship Id="rId4" Type="http://schemas.microsoft.com/office/2007/relationships/hdphoto" Target="../media/hdphoto1.wdp"/><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image" Target="../media/image27.png"/><Relationship Id="rId3" Type="http://schemas.microsoft.com/office/2007/relationships/hdphoto" Target="../media/hdphoto1.wdp"/><Relationship Id="rId7" Type="http://schemas.openxmlformats.org/officeDocument/2006/relationships/image" Target="../media/image26.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7.xml.rels><?xml version="1.0" encoding="UTF-8" standalone="yes"?>
<Relationships xmlns="http://schemas.openxmlformats.org/package/2006/relationships"><Relationship Id="rId8" Type="http://schemas.openxmlformats.org/officeDocument/2006/relationships/image" Target="../media/image33.png"/><Relationship Id="rId3" Type="http://schemas.microsoft.com/office/2007/relationships/hdphoto" Target="../media/hdphoto1.wdp"/><Relationship Id="rId7" Type="http://schemas.openxmlformats.org/officeDocument/2006/relationships/image" Target="../media/image32.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31.png"/><Relationship Id="rId11" Type="http://schemas.openxmlformats.org/officeDocument/2006/relationships/image" Target="../media/image35.png"/><Relationship Id="rId5" Type="http://schemas.openxmlformats.org/officeDocument/2006/relationships/image" Target="../media/image290.png"/><Relationship Id="rId10" Type="http://schemas.openxmlformats.org/officeDocument/2006/relationships/image" Target="../media/image34.png"/><Relationship Id="rId4" Type="http://schemas.openxmlformats.org/officeDocument/2006/relationships/image" Target="../media/image30.png"/><Relationship Id="rId9" Type="http://schemas.openxmlformats.org/officeDocument/2006/relationships/image" Target="../media/image330.png"/></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3.xml"/><Relationship Id="rId5" Type="http://schemas.openxmlformats.org/officeDocument/2006/relationships/image" Target="../media/image40.png"/><Relationship Id="rId4" Type="http://schemas.openxmlformats.org/officeDocument/2006/relationships/image" Target="../media/image39.png"/></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44.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43.jpeg"/><Relationship Id="rId5" Type="http://schemas.openxmlformats.org/officeDocument/2006/relationships/image" Target="../media/image42.png"/><Relationship Id="rId4" Type="http://schemas.openxmlformats.org/officeDocument/2006/relationships/image" Target="../media/image41.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48.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52.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3.xml"/><Relationship Id="rId5" Type="http://schemas.openxmlformats.org/officeDocument/2006/relationships/image" Target="../media/image54.png"/><Relationship Id="rId4" Type="http://schemas.openxmlformats.org/officeDocument/2006/relationships/image" Target="../media/image53.png"/></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3.xml"/><Relationship Id="rId4" Type="http://schemas.openxmlformats.org/officeDocument/2006/relationships/image" Target="../media/image55.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6.jpeg"/><Relationship Id="rId1" Type="http://schemas.openxmlformats.org/officeDocument/2006/relationships/slideLayout" Target="../slideLayouts/slideLayout13.xml"/><Relationship Id="rId5" Type="http://schemas.openxmlformats.org/officeDocument/2006/relationships/image" Target="../media/image57.jpe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77A90-4916-1B7D-CE6F-FBE0488E7F59}"/>
            </a:ext>
          </a:extLst>
        </p:cNvPr>
        <p:cNvGrpSpPr/>
        <p:nvPr/>
      </p:nvGrpSpPr>
      <p:grpSpPr>
        <a:xfrm>
          <a:off x="0" y="0"/>
          <a:ext cx="0" cy="0"/>
          <a:chOff x="0" y="0"/>
          <a:chExt cx="0" cy="0"/>
        </a:xfrm>
      </p:grpSpPr>
      <p:grpSp>
        <p:nvGrpSpPr>
          <p:cNvPr id="7" name="Grupo 6">
            <a:extLst>
              <a:ext uri="{FF2B5EF4-FFF2-40B4-BE49-F238E27FC236}">
                <a16:creationId xmlns:a16="http://schemas.microsoft.com/office/drawing/2014/main" id="{D24C5BD9-33F9-1B15-811E-5AE4C5701779}"/>
              </a:ext>
            </a:extLst>
          </p:cNvPr>
          <p:cNvGrpSpPr/>
          <p:nvPr/>
        </p:nvGrpSpPr>
        <p:grpSpPr>
          <a:xfrm>
            <a:off x="6051572" y="4039930"/>
            <a:ext cx="12580638" cy="3356349"/>
            <a:chOff x="5830671" y="4478079"/>
            <a:chExt cx="12580638" cy="3356349"/>
          </a:xfrm>
        </p:grpSpPr>
        <p:sp>
          <p:nvSpPr>
            <p:cNvPr id="5" name="CuadroTexto 4">
              <a:extLst>
                <a:ext uri="{FF2B5EF4-FFF2-40B4-BE49-F238E27FC236}">
                  <a16:creationId xmlns:a16="http://schemas.microsoft.com/office/drawing/2014/main" id="{0ACE998E-D6CD-D7BA-71C4-94168F473AE4}"/>
                </a:ext>
              </a:extLst>
            </p:cNvPr>
            <p:cNvSpPr txBox="1"/>
            <p:nvPr/>
          </p:nvSpPr>
          <p:spPr>
            <a:xfrm>
              <a:off x="5830671" y="5473558"/>
              <a:ext cx="10668000" cy="2215991"/>
            </a:xfrm>
            <a:prstGeom prst="rect">
              <a:avLst/>
            </a:prstGeom>
            <a:noFill/>
          </p:spPr>
          <p:txBody>
            <a:bodyPr wrap="square" rtlCol="0">
              <a:spAutoFit/>
            </a:bodyPr>
            <a:lstStyle/>
            <a:p>
              <a:r>
                <a:rPr lang="es-AR" sz="13800" spc="600" dirty="0">
                  <a:solidFill>
                    <a:srgbClr val="454545"/>
                  </a:solidFill>
                  <a:latin typeface="Segoe UI Variable Display Light" pitchFamily="2" charset="0"/>
                </a:rPr>
                <a:t>AEROWIND</a:t>
              </a:r>
              <a:endParaRPr lang="en-US" sz="13800" spc="600" dirty="0">
                <a:solidFill>
                  <a:srgbClr val="454545"/>
                </a:solidFill>
                <a:latin typeface="Segoe UI Variable Display Light" pitchFamily="2" charset="0"/>
              </a:endParaRPr>
            </a:p>
          </p:txBody>
        </p:sp>
        <p:pic>
          <p:nvPicPr>
            <p:cNvPr id="6" name="Imagen 5" descr="Icono  El contenido generado por IA puede ser incorrecto.">
              <a:extLst>
                <a:ext uri="{FF2B5EF4-FFF2-40B4-BE49-F238E27FC236}">
                  <a16:creationId xmlns:a16="http://schemas.microsoft.com/office/drawing/2014/main" id="{AD477B8F-73FE-F29A-A4A7-13D7286CB129}"/>
                </a:ext>
              </a:extLst>
            </p:cNvPr>
            <p:cNvPicPr>
              <a:picLocks noChangeAspect="1"/>
            </p:cNvPicPr>
            <p:nvPr/>
          </p:nvPicPr>
          <p:blipFill>
            <a:blip r:embed="rId2"/>
            <a:stretch>
              <a:fillRect/>
            </a:stretch>
          </p:blipFill>
          <p:spPr>
            <a:xfrm>
              <a:off x="15054960" y="4478079"/>
              <a:ext cx="3356349" cy="3356349"/>
            </a:xfrm>
            <a:prstGeom prst="rect">
              <a:avLst/>
            </a:prstGeom>
          </p:spPr>
        </p:pic>
      </p:grpSp>
      <p:sp>
        <p:nvSpPr>
          <p:cNvPr id="9" name="CuadroTexto 8">
            <a:extLst>
              <a:ext uri="{FF2B5EF4-FFF2-40B4-BE49-F238E27FC236}">
                <a16:creationId xmlns:a16="http://schemas.microsoft.com/office/drawing/2014/main" id="{99B27D2D-1FD8-985E-B950-45509E87181A}"/>
              </a:ext>
            </a:extLst>
          </p:cNvPr>
          <p:cNvSpPr txBox="1"/>
          <p:nvPr/>
        </p:nvSpPr>
        <p:spPr>
          <a:xfrm>
            <a:off x="8157972" y="10072895"/>
            <a:ext cx="8367839" cy="1661993"/>
          </a:xfrm>
          <a:prstGeom prst="rect">
            <a:avLst/>
          </a:prstGeom>
          <a:noFill/>
        </p:spPr>
        <p:txBody>
          <a:bodyPr wrap="square" rtlCol="0">
            <a:spAutoFit/>
          </a:bodyPr>
          <a:lstStyle/>
          <a:p>
            <a:pPr algn="ctr" defTabSz="914400" eaLnBrk="0" fontAlgn="base" hangingPunct="0">
              <a:spcBef>
                <a:spcPct val="0"/>
              </a:spcBef>
              <a:spcAft>
                <a:spcPct val="0"/>
              </a:spcAft>
            </a:pPr>
            <a:r>
              <a:rPr lang="en-US" altLang="en-US" sz="2800" dirty="0">
                <a:latin typeface="Segoe UI Semilight" panose="020B0402040204020203" pitchFamily="34" charset="0"/>
                <a:cs typeface="Segoe UI Semilight" panose="020B0402040204020203" pitchFamily="34" charset="0"/>
              </a:rPr>
              <a:t>Diamela Dego</a:t>
            </a:r>
          </a:p>
          <a:p>
            <a:pPr algn="ctr" defTabSz="914400" eaLnBrk="0" fontAlgn="base" hangingPunct="0">
              <a:spcBef>
                <a:spcPct val="0"/>
              </a:spcBef>
              <a:spcAft>
                <a:spcPct val="0"/>
              </a:spcAft>
            </a:pPr>
            <a:r>
              <a:rPr lang="en-US" altLang="en-US" sz="2800" dirty="0">
                <a:latin typeface="Segoe UI Semilight" panose="020B0402040204020203" pitchFamily="34" charset="0"/>
                <a:cs typeface="Segoe UI Semilight" panose="020B0402040204020203" pitchFamily="34" charset="0"/>
              </a:rPr>
              <a:t>Bootcamp Unicorn Academy 9.0</a:t>
            </a:r>
          </a:p>
          <a:p>
            <a:pPr lvl="0" algn="ctr" defTabSz="914400" eaLnBrk="0" fontAlgn="base" hangingPunct="0">
              <a:spcBef>
                <a:spcPct val="0"/>
              </a:spcBef>
              <a:spcAft>
                <a:spcPct val="0"/>
              </a:spcAft>
            </a:pPr>
            <a:r>
              <a:rPr lang="en-US" altLang="en-US" sz="2800" dirty="0" err="1">
                <a:latin typeface="Segoe UI Semilight" panose="020B0402040204020203" pitchFamily="34" charset="0"/>
                <a:cs typeface="Segoe UI Semilight" panose="020B0402040204020203" pitchFamily="34" charset="0"/>
              </a:rPr>
              <a:t>December</a:t>
            </a:r>
            <a:r>
              <a:rPr lang="en-US" altLang="en-US" sz="2800" dirty="0">
                <a:latin typeface="Segoe UI Semilight" panose="020B0402040204020203" pitchFamily="34" charset="0"/>
                <a:cs typeface="Segoe UI Semilight" panose="020B0402040204020203" pitchFamily="34" charset="0"/>
              </a:rPr>
              <a:t> 2025</a:t>
            </a:r>
          </a:p>
          <a:p>
            <a:pPr algn="ctr"/>
            <a:endParaRPr lang="en-US" dirty="0"/>
          </a:p>
        </p:txBody>
      </p:sp>
      <p:sp>
        <p:nvSpPr>
          <p:cNvPr id="3" name="CuadroTexto 2">
            <a:extLst>
              <a:ext uri="{FF2B5EF4-FFF2-40B4-BE49-F238E27FC236}">
                <a16:creationId xmlns:a16="http://schemas.microsoft.com/office/drawing/2014/main" id="{EFFB5E08-3DF9-FDFE-CE95-1186555411AF}"/>
              </a:ext>
            </a:extLst>
          </p:cNvPr>
          <p:cNvSpPr txBox="1"/>
          <p:nvPr/>
        </p:nvSpPr>
        <p:spPr>
          <a:xfrm>
            <a:off x="4773580" y="8277427"/>
            <a:ext cx="14835251" cy="769441"/>
          </a:xfrm>
          <a:prstGeom prst="rect">
            <a:avLst/>
          </a:prstGeom>
          <a:noFill/>
        </p:spPr>
        <p:txBody>
          <a:bodyPr wrap="square">
            <a:spAutoFit/>
          </a:bodyPr>
          <a:lstStyle/>
          <a:p>
            <a:pPr defTabSz="914400" eaLnBrk="0" fontAlgn="base" hangingPunct="0">
              <a:spcBef>
                <a:spcPct val="0"/>
              </a:spcBef>
              <a:spcAft>
                <a:spcPct val="0"/>
              </a:spcAft>
            </a:pPr>
            <a:r>
              <a:rPr lang="es-ES" sz="4400" dirty="0">
                <a:latin typeface="Segoe UI Historic" panose="020B0502040204020203" pitchFamily="34" charset="0"/>
                <a:ea typeface="Segoe UI Historic" panose="020B0502040204020203" pitchFamily="34" charset="0"/>
                <a:cs typeface="Segoe UI Historic" panose="020B0502040204020203" pitchFamily="34" charset="0"/>
              </a:rPr>
              <a:t>Productivity </a:t>
            </a:r>
            <a:r>
              <a:rPr lang="es-ES" sz="4400" dirty="0" err="1">
                <a:latin typeface="Segoe UI Historic" panose="020B0502040204020203" pitchFamily="34" charset="0"/>
                <a:ea typeface="Segoe UI Historic" panose="020B0502040204020203" pitchFamily="34" charset="0"/>
                <a:cs typeface="Segoe UI Historic" panose="020B0502040204020203" pitchFamily="34" charset="0"/>
              </a:rPr>
              <a:t>Improvement</a:t>
            </a:r>
            <a:r>
              <a:rPr lang="es-ES" sz="4400" dirty="0">
                <a:latin typeface="Segoe UI Historic" panose="020B0502040204020203" pitchFamily="34" charset="0"/>
                <a:ea typeface="Segoe UI Historic" panose="020B0502040204020203" pitchFamily="34" charset="0"/>
                <a:cs typeface="Segoe UI Historic" panose="020B0502040204020203" pitchFamily="34" charset="0"/>
              </a:rPr>
              <a:t> </a:t>
            </a:r>
            <a:r>
              <a:rPr lang="es-ES" sz="4400" dirty="0" err="1">
                <a:latin typeface="Segoe UI Historic" panose="020B0502040204020203" pitchFamily="34" charset="0"/>
                <a:ea typeface="Segoe UI Historic" panose="020B0502040204020203" pitchFamily="34" charset="0"/>
                <a:cs typeface="Segoe UI Historic" panose="020B0502040204020203" pitchFamily="34" charset="0"/>
              </a:rPr>
              <a:t>of</a:t>
            </a:r>
            <a:r>
              <a:rPr lang="es-ES" sz="4400" dirty="0">
                <a:latin typeface="Segoe UI Historic" panose="020B0502040204020203" pitchFamily="34" charset="0"/>
                <a:ea typeface="Segoe UI Historic" panose="020B0502040204020203" pitchFamily="34" charset="0"/>
                <a:cs typeface="Segoe UI Historic" panose="020B0502040204020203" pitchFamily="34" charset="0"/>
              </a:rPr>
              <a:t> </a:t>
            </a:r>
            <a:r>
              <a:rPr lang="es-AR" sz="4400" dirty="0">
                <a:latin typeface="Segoe UI Historic" panose="020B0502040204020203" pitchFamily="34" charset="0"/>
                <a:ea typeface="Segoe UI Historic" panose="020B0502040204020203" pitchFamily="34" charset="0"/>
                <a:cs typeface="Segoe UI Historic" panose="020B0502040204020203" pitchFamily="34" charset="0"/>
              </a:rPr>
              <a:t>The Lighthouse</a:t>
            </a:r>
            <a:r>
              <a:rPr lang="en-US" sz="4400" dirty="0">
                <a:latin typeface="Segoe UI Historic" panose="020B0502040204020203" pitchFamily="34" charset="0"/>
                <a:ea typeface="Segoe UI Historic" panose="020B0502040204020203" pitchFamily="34" charset="0"/>
                <a:cs typeface="Segoe UI Historic" panose="020B0502040204020203" pitchFamily="34" charset="0"/>
              </a:rPr>
              <a:t> </a:t>
            </a:r>
            <a:r>
              <a:rPr lang="es-ES" sz="4400" dirty="0">
                <a:latin typeface="Segoe UI Historic" panose="020B0502040204020203" pitchFamily="34" charset="0"/>
                <a:ea typeface="Segoe UI Historic" panose="020B0502040204020203" pitchFamily="34" charset="0"/>
                <a:cs typeface="Segoe UI Historic" panose="020B0502040204020203" pitchFamily="34" charset="0"/>
              </a:rPr>
              <a:t>Wind Farm</a:t>
            </a:r>
          </a:p>
        </p:txBody>
      </p:sp>
    </p:spTree>
    <p:extLst>
      <p:ext uri="{BB962C8B-B14F-4D97-AF65-F5344CB8AC3E}">
        <p14:creationId xmlns:p14="http://schemas.microsoft.com/office/powerpoint/2010/main" val="7928736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esquinas diagonales redondeadas 2">
            <a:extLst>
              <a:ext uri="{FF2B5EF4-FFF2-40B4-BE49-F238E27FC236}">
                <a16:creationId xmlns:a16="http://schemas.microsoft.com/office/drawing/2014/main" id="{01399F1A-6DE9-5E2D-0EA5-568DDC8730F7}"/>
              </a:ext>
            </a:extLst>
          </p:cNvPr>
          <p:cNvSpPr>
            <a:spLocks/>
          </p:cNvSpPr>
          <p:nvPr/>
        </p:nvSpPr>
        <p:spPr>
          <a:xfrm>
            <a:off x="7336465" y="272366"/>
            <a:ext cx="14809717" cy="13171268"/>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3">
            <a:extLst>
              <a:ext uri="{FF2B5EF4-FFF2-40B4-BE49-F238E27FC236}">
                <a16:creationId xmlns:a16="http://schemas.microsoft.com/office/drawing/2014/main" id="{CAEFA973-BBA3-A845-8F0A-86BAD121D47C}"/>
              </a:ext>
            </a:extLst>
          </p:cNvPr>
          <p:cNvSpPr txBox="1">
            <a:spLocks/>
          </p:cNvSpPr>
          <p:nvPr/>
        </p:nvSpPr>
        <p:spPr>
          <a:xfrm>
            <a:off x="9558007" y="3886877"/>
            <a:ext cx="9474272" cy="706388"/>
          </a:xfrm>
          <a:prstGeom prst="rect">
            <a:avLst/>
          </a:prstGeom>
        </p:spPr>
        <p:txBody>
          <a:bodyPr/>
          <a:lstStyle>
            <a:lvl1pPr algn="l" defTabSz="1828709" rtl="0" eaLnBrk="1" latinLnBrk="0" hangingPunct="1">
              <a:lnSpc>
                <a:spcPct val="97000"/>
              </a:lnSpc>
              <a:spcBef>
                <a:spcPct val="0"/>
              </a:spcBef>
              <a:buNone/>
              <a:defRPr sz="4800" b="0" i="0" kern="1200" cap="all" spc="-50" baseline="0">
                <a:solidFill>
                  <a:schemeClr val="tx1"/>
                </a:solidFill>
                <a:latin typeface="+mj-lt"/>
                <a:ea typeface="+mj-ea"/>
                <a:cs typeface="Toyota Type" panose="020B0502020202020204" pitchFamily="34" charset="0"/>
              </a:defRPr>
            </a:lvl1pPr>
          </a:lstStyle>
          <a:p>
            <a:r>
              <a:rPr lang="es-AR" sz="6000" spc="600" dirty="0">
                <a:solidFill>
                  <a:schemeClr val="tx1">
                    <a:lumMod val="75000"/>
                    <a:lumOff val="25000"/>
                  </a:schemeClr>
                </a:solidFill>
                <a:latin typeface="Segoe UI Variable Text Semibold" pitchFamily="2" charset="0"/>
                <a:ea typeface="Segoe UI Black" panose="020B0A02040204020203" pitchFamily="34" charset="0"/>
              </a:rPr>
              <a:t>Table </a:t>
            </a:r>
            <a:r>
              <a:rPr lang="es-AR" sz="6000" spc="600" dirty="0" err="1">
                <a:solidFill>
                  <a:schemeClr val="tx1">
                    <a:lumMod val="75000"/>
                    <a:lumOff val="25000"/>
                  </a:schemeClr>
                </a:solidFill>
                <a:latin typeface="Segoe UI Variable Text Semibold" pitchFamily="2" charset="0"/>
                <a:ea typeface="Segoe UI Black" panose="020B0A02040204020203" pitchFamily="34" charset="0"/>
              </a:rPr>
              <a:t>of</a:t>
            </a:r>
            <a:r>
              <a:rPr lang="es-AR" sz="6000" spc="600" dirty="0">
                <a:solidFill>
                  <a:schemeClr val="tx1">
                    <a:lumMod val="75000"/>
                    <a:lumOff val="25000"/>
                  </a:schemeClr>
                </a:solidFill>
                <a:latin typeface="Segoe UI Variable Text Semibold" pitchFamily="2" charset="0"/>
                <a:ea typeface="Segoe UI Black" panose="020B0A02040204020203" pitchFamily="34" charset="0"/>
              </a:rPr>
              <a:t> </a:t>
            </a:r>
            <a:r>
              <a:rPr lang="es-AR" sz="6000" spc="600" dirty="0" err="1">
                <a:solidFill>
                  <a:schemeClr val="tx1">
                    <a:lumMod val="75000"/>
                    <a:lumOff val="25000"/>
                  </a:schemeClr>
                </a:solidFill>
                <a:latin typeface="Segoe UI Variable Text Semibold" pitchFamily="2" charset="0"/>
                <a:ea typeface="Segoe UI Black" panose="020B0A02040204020203" pitchFamily="34" charset="0"/>
              </a:rPr>
              <a:t>Contents</a:t>
            </a:r>
            <a:endParaRPr lang="en-GB" sz="6000" dirty="0">
              <a:solidFill>
                <a:schemeClr val="tx1">
                  <a:lumMod val="75000"/>
                  <a:lumOff val="25000"/>
                </a:schemeClr>
              </a:solidFill>
              <a:latin typeface="Segoe UI Variable Text Semibold" pitchFamily="2" charset="0"/>
              <a:ea typeface="Segoe UI Black" panose="020B0A02040204020203" pitchFamily="34" charset="0"/>
              <a:cs typeface="Toyota Type Semibold" panose="020B0702020202020204" pitchFamily="34" charset="0"/>
            </a:endParaRPr>
          </a:p>
        </p:txBody>
      </p:sp>
      <p:sp>
        <p:nvSpPr>
          <p:cNvPr id="8" name="Text Placeholder 4">
            <a:extLst>
              <a:ext uri="{FF2B5EF4-FFF2-40B4-BE49-F238E27FC236}">
                <a16:creationId xmlns:a16="http://schemas.microsoft.com/office/drawing/2014/main" id="{41BCC15B-BC70-8D47-8BCA-421138E08B66}"/>
              </a:ext>
            </a:extLst>
          </p:cNvPr>
          <p:cNvSpPr txBox="1">
            <a:spLocks/>
          </p:cNvSpPr>
          <p:nvPr/>
        </p:nvSpPr>
        <p:spPr>
          <a:xfrm>
            <a:off x="9558008" y="5190476"/>
            <a:ext cx="10722078" cy="4935521"/>
          </a:xfrm>
          <a:prstGeom prst="rect">
            <a:avLst/>
          </a:prstGeom>
        </p:spPr>
        <p:txBody>
          <a:bodyPr/>
          <a:lstStyle>
            <a:lvl1pPr marL="0" indent="0" algn="l" defTabSz="1828709" rtl="0" eaLnBrk="1" latinLnBrk="0" hangingPunct="1">
              <a:lnSpc>
                <a:spcPct val="106000"/>
              </a:lnSpc>
              <a:spcBef>
                <a:spcPts val="0"/>
              </a:spcBef>
              <a:spcAft>
                <a:spcPts val="0"/>
              </a:spcAft>
              <a:buFont typeface="Arial" panose="020B0604020202020204" pitchFamily="34" charset="0"/>
              <a:buNone/>
              <a:tabLst/>
              <a:defRPr sz="3600" b="0" i="0" kern="1200" spc="-50">
                <a:solidFill>
                  <a:schemeClr val="tx1"/>
                </a:solidFill>
                <a:latin typeface="+mn-lt"/>
                <a:ea typeface="+mn-ea"/>
                <a:cs typeface="Toyota Type Semibold" panose="020B0502020202020204" pitchFamily="34" charset="0"/>
              </a:defRPr>
            </a:lvl1pPr>
            <a:lvl2pPr marL="1209600" indent="-561600" algn="l" defTabSz="1828709" rtl="0" eaLnBrk="1" latinLnBrk="0" hangingPunct="1">
              <a:lnSpc>
                <a:spcPct val="106000"/>
              </a:lnSpc>
              <a:spcBef>
                <a:spcPts val="2600"/>
              </a:spcBef>
              <a:spcAft>
                <a:spcPts val="0"/>
              </a:spcAft>
              <a:buSzPct val="80000"/>
              <a:buFont typeface="Courier New" panose="02070309020205020404" pitchFamily="49" charset="0"/>
              <a:buChar char="o"/>
              <a:tabLst/>
              <a:defRPr sz="3600" kern="1200" cap="none" spc="-50" baseline="0">
                <a:solidFill>
                  <a:schemeClr val="tx1"/>
                </a:solidFill>
                <a:latin typeface="+mn-lt"/>
                <a:ea typeface="+mn-ea"/>
                <a:cs typeface="+mn-cs"/>
              </a:defRPr>
            </a:lvl2pPr>
            <a:lvl3pPr marL="0" indent="0" algn="l" defTabSz="1828709" rtl="0" eaLnBrk="1" latinLnBrk="0" hangingPunct="1">
              <a:lnSpc>
                <a:spcPct val="106000"/>
              </a:lnSpc>
              <a:spcBef>
                <a:spcPts val="0"/>
              </a:spcBef>
              <a:spcAft>
                <a:spcPts val="0"/>
              </a:spcAft>
              <a:buSzPct val="95000"/>
              <a:buFont typeface="System Font Regular"/>
              <a:buNone/>
              <a:tabLst/>
              <a:defRPr sz="3600" kern="1200" spc="-50" baseline="0">
                <a:solidFill>
                  <a:schemeClr val="tx1"/>
                </a:solidFill>
                <a:latin typeface="+mn-lt"/>
                <a:ea typeface="+mn-ea"/>
                <a:cs typeface="+mn-cs"/>
              </a:defRPr>
            </a:lvl3pPr>
            <a:lvl4pPr marL="0" indent="0" algn="l" defTabSz="1828709" rtl="0" eaLnBrk="1" latinLnBrk="0" hangingPunct="1">
              <a:lnSpc>
                <a:spcPct val="106000"/>
              </a:lnSpc>
              <a:spcBef>
                <a:spcPts val="0"/>
              </a:spcBef>
              <a:spcAft>
                <a:spcPts val="0"/>
              </a:spcAft>
              <a:buFont typeface="Arial" panose="020B0604020202020204" pitchFamily="34" charset="0"/>
              <a:buNone/>
              <a:tabLst/>
              <a:defRPr sz="3600" kern="1200" spc="-50" baseline="0">
                <a:solidFill>
                  <a:schemeClr val="tx1"/>
                </a:solidFill>
                <a:latin typeface="+mn-lt"/>
                <a:ea typeface="+mn-ea"/>
                <a:cs typeface="+mn-cs"/>
              </a:defRPr>
            </a:lvl4pPr>
            <a:lvl5pPr marL="0" indent="0" algn="l" defTabSz="1828709" rtl="0" eaLnBrk="1" latinLnBrk="0" hangingPunct="1">
              <a:lnSpc>
                <a:spcPct val="106000"/>
              </a:lnSpc>
              <a:spcBef>
                <a:spcPts val="0"/>
              </a:spcBef>
              <a:spcAft>
                <a:spcPts val="0"/>
              </a:spcAft>
              <a:buFont typeface="System Font Regular"/>
              <a:buNone/>
              <a:tabLst/>
              <a:defRPr sz="3600" b="0" i="0" kern="1200" spc="-50" baseline="0">
                <a:solidFill>
                  <a:schemeClr val="tx1"/>
                </a:solidFill>
                <a:latin typeface="+mn-lt"/>
                <a:ea typeface="+mn-ea"/>
                <a:cs typeface="Toyota Type Semibold" panose="020B0502020202020204" pitchFamily="34" charset="0"/>
              </a:defRPr>
            </a:lvl5pPr>
            <a:lvl6pPr marL="0" indent="0" algn="l" defTabSz="1828709" rtl="0" eaLnBrk="1" latinLnBrk="0" hangingPunct="1">
              <a:lnSpc>
                <a:spcPct val="117000"/>
              </a:lnSpc>
              <a:spcBef>
                <a:spcPts val="0"/>
              </a:spcBef>
              <a:spcAft>
                <a:spcPts val="0"/>
              </a:spcAft>
              <a:buFont typeface="Arial" panose="020B0604020202020204" pitchFamily="34" charset="0"/>
              <a:buNone/>
              <a:tabLst/>
              <a:defRPr sz="2200" kern="1200">
                <a:solidFill>
                  <a:schemeClr val="tx1"/>
                </a:solidFill>
                <a:latin typeface="+mn-lt"/>
                <a:ea typeface="+mn-ea"/>
                <a:cs typeface="+mn-cs"/>
              </a:defRPr>
            </a:lvl6pPr>
            <a:lvl7pPr marL="0" indent="0" algn="l" defTabSz="1828709" rtl="0" eaLnBrk="1" latinLnBrk="0" hangingPunct="1">
              <a:lnSpc>
                <a:spcPct val="117000"/>
              </a:lnSpc>
              <a:spcBef>
                <a:spcPts val="0"/>
              </a:spcBef>
              <a:spcAft>
                <a:spcPts val="0"/>
              </a:spcAft>
              <a:buFont typeface="Arial" panose="020B0604020202020204" pitchFamily="34" charset="0"/>
              <a:buNone/>
              <a:tabLst/>
              <a:defRPr sz="2200" kern="1200">
                <a:solidFill>
                  <a:schemeClr val="tx1"/>
                </a:solidFill>
                <a:latin typeface="+mn-lt"/>
                <a:ea typeface="+mn-ea"/>
                <a:cs typeface="+mn-cs"/>
              </a:defRPr>
            </a:lvl7pPr>
            <a:lvl8pPr marL="0" indent="0" algn="l" defTabSz="1828709" rtl="0" eaLnBrk="1" latinLnBrk="0" hangingPunct="1">
              <a:lnSpc>
                <a:spcPct val="117000"/>
              </a:lnSpc>
              <a:spcBef>
                <a:spcPts val="0"/>
              </a:spcBef>
              <a:spcAft>
                <a:spcPts val="0"/>
              </a:spcAft>
              <a:buFont typeface="Arial" panose="020B0604020202020204" pitchFamily="34" charset="0"/>
              <a:buNone/>
              <a:tabLst/>
              <a:defRPr sz="2200" kern="1200">
                <a:solidFill>
                  <a:schemeClr val="tx1"/>
                </a:solidFill>
                <a:latin typeface="+mn-lt"/>
                <a:ea typeface="+mn-ea"/>
                <a:cs typeface="+mn-cs"/>
              </a:defRPr>
            </a:lvl8pPr>
            <a:lvl9pPr marL="0" indent="0" algn="l" defTabSz="1828709" rtl="0" eaLnBrk="1" latinLnBrk="0" hangingPunct="1">
              <a:lnSpc>
                <a:spcPct val="117000"/>
              </a:lnSpc>
              <a:spcBef>
                <a:spcPts val="0"/>
              </a:spcBef>
              <a:spcAft>
                <a:spcPts val="0"/>
              </a:spcAft>
              <a:buFont typeface="Arial" panose="020B0604020202020204" pitchFamily="34" charset="0"/>
              <a:buNone/>
              <a:tabLst/>
              <a:defRPr sz="2200" kern="1200">
                <a:solidFill>
                  <a:schemeClr val="tx1"/>
                </a:solidFill>
                <a:latin typeface="+mn-lt"/>
                <a:ea typeface="+mn-ea"/>
                <a:cs typeface="+mn-cs"/>
              </a:defRPr>
            </a:lvl9pPr>
          </a:lstStyle>
          <a:p>
            <a:pPr lvl="2"/>
            <a:r>
              <a:rPr lang="en-GB" spc="400" dirty="0">
                <a:solidFill>
                  <a:schemeClr val="tx1">
                    <a:lumMod val="75000"/>
                    <a:lumOff val="25000"/>
                  </a:schemeClr>
                </a:solidFill>
                <a:latin typeface="Segoe UI Semibold" panose="020B0702040204020203" pitchFamily="34" charset="0"/>
                <a:cs typeface="Segoe UI Semibold" panose="020B0702040204020203" pitchFamily="34" charset="0"/>
              </a:rPr>
              <a:t>1. </a:t>
            </a:r>
            <a:r>
              <a:rPr lang="en-GB" spc="400" dirty="0" err="1">
                <a:solidFill>
                  <a:schemeClr val="tx1">
                    <a:lumMod val="75000"/>
                    <a:lumOff val="25000"/>
                  </a:schemeClr>
                </a:solidFill>
                <a:latin typeface="Segoe UI Variable Text Light" pitchFamily="2" charset="0"/>
                <a:cs typeface="Toyota Type Book" panose="020B0502020202020204" pitchFamily="34" charset="0"/>
              </a:rPr>
              <a:t>Introduction</a:t>
            </a:r>
            <a:r>
              <a:rPr lang="en-GB" spc="400" dirty="0">
                <a:solidFill>
                  <a:schemeClr val="tx1">
                    <a:lumMod val="75000"/>
                    <a:lumOff val="25000"/>
                  </a:schemeClr>
                </a:solidFill>
                <a:latin typeface="Segoe UI Variable Text Light" pitchFamily="2" charset="0"/>
                <a:cs typeface="Toyota Type Book" panose="020B0502020202020204" pitchFamily="34" charset="0"/>
              </a:rPr>
              <a:t> &amp; Context</a:t>
            </a:r>
            <a:endParaRPr lang="en-GB" b="1" spc="400" dirty="0">
              <a:solidFill>
                <a:schemeClr val="tx1">
                  <a:lumMod val="75000"/>
                  <a:lumOff val="25000"/>
                </a:schemeClr>
              </a:solidFill>
              <a:latin typeface="Segoe UI Variable Text Light" pitchFamily="2" charset="0"/>
              <a:cs typeface="Toyota Type Book" panose="020B0502020202020204" pitchFamily="34" charset="0"/>
            </a:endParaRPr>
          </a:p>
          <a:p>
            <a:pPr lvl="2"/>
            <a:r>
              <a:rPr lang="en-GB" spc="400" dirty="0">
                <a:solidFill>
                  <a:schemeClr val="tx1">
                    <a:lumMod val="75000"/>
                    <a:lumOff val="25000"/>
                  </a:schemeClr>
                </a:solidFill>
                <a:latin typeface="Segoe UI Semibold" panose="020B0702040204020203" pitchFamily="34" charset="0"/>
                <a:cs typeface="Segoe UI Semibold" panose="020B0702040204020203" pitchFamily="34" charset="0"/>
              </a:rPr>
              <a:t>2. </a:t>
            </a:r>
            <a:r>
              <a:rPr lang="en-GB" spc="400" dirty="0" err="1">
                <a:solidFill>
                  <a:schemeClr val="tx1">
                    <a:lumMod val="75000"/>
                    <a:lumOff val="25000"/>
                  </a:schemeClr>
                </a:solidFill>
                <a:latin typeface="Segoe UI Variable Text Light" pitchFamily="2" charset="0"/>
              </a:rPr>
              <a:t>Wind Farm</a:t>
            </a:r>
            <a:r>
              <a:rPr lang="en-GB" spc="400" dirty="0">
                <a:solidFill>
                  <a:schemeClr val="tx1">
                    <a:lumMod val="75000"/>
                    <a:lumOff val="25000"/>
                  </a:schemeClr>
                </a:solidFill>
                <a:latin typeface="Segoe UI Variable Text Light" pitchFamily="2" charset="0"/>
              </a:rPr>
              <a:t> Characteristics </a:t>
            </a:r>
          </a:p>
          <a:p>
            <a:pPr lvl="2"/>
            <a:r>
              <a:rPr lang="en-GB" spc="400" dirty="0">
                <a:solidFill>
                  <a:schemeClr val="tx1">
                    <a:lumMod val="75000"/>
                    <a:lumOff val="25000"/>
                  </a:schemeClr>
                </a:solidFill>
                <a:latin typeface="Segoe UI Semibold" panose="020B0702040204020203" pitchFamily="34" charset="0"/>
                <a:cs typeface="Segoe UI Semibold" panose="020B0702040204020203" pitchFamily="34" charset="0"/>
              </a:rPr>
              <a:t>3. </a:t>
            </a:r>
            <a:r>
              <a:rPr lang="en-GB" spc="400" dirty="0">
                <a:solidFill>
                  <a:schemeClr val="tx1">
                    <a:lumMod val="75000"/>
                    <a:lumOff val="25000"/>
                  </a:schemeClr>
                </a:solidFill>
                <a:latin typeface="Segoe UI Variable Text Light" pitchFamily="2" charset="0"/>
              </a:rPr>
              <a:t>Project Purpose</a:t>
            </a:r>
          </a:p>
          <a:p>
            <a:pPr lvl="2"/>
            <a:r>
              <a:rPr lang="en-GB" spc="400" dirty="0">
                <a:solidFill>
                  <a:schemeClr val="tx1">
                    <a:lumMod val="75000"/>
                    <a:lumOff val="25000"/>
                  </a:schemeClr>
                </a:solidFill>
                <a:latin typeface="Segoe UI Semibold" panose="020B0702040204020203" pitchFamily="34" charset="0"/>
                <a:cs typeface="Segoe UI Semibold" panose="020B0702040204020203" pitchFamily="34" charset="0"/>
              </a:rPr>
              <a:t>4. </a:t>
            </a:r>
            <a:r>
              <a:rPr lang="en-GB" spc="400" dirty="0">
                <a:solidFill>
                  <a:schemeClr val="tx1">
                    <a:lumMod val="75000"/>
                    <a:lumOff val="25000"/>
                  </a:schemeClr>
                </a:solidFill>
                <a:latin typeface="Segoe UI Variable Text Light" pitchFamily="2" charset="0"/>
              </a:rPr>
              <a:t>Dataset &amp; </a:t>
            </a:r>
            <a:r>
              <a:rPr lang="en-GB" spc="400" dirty="0" err="1">
                <a:solidFill>
                  <a:schemeClr val="tx1">
                    <a:lumMod val="75000"/>
                    <a:lumOff val="25000"/>
                  </a:schemeClr>
                </a:solidFill>
                <a:latin typeface="Segoe UI Variable Text Light" pitchFamily="2" charset="0"/>
              </a:rPr>
              <a:t>Architecture</a:t>
            </a:r>
            <a:endParaRPr lang="en-GB" spc="400" dirty="0">
              <a:solidFill>
                <a:schemeClr val="tx1">
                  <a:lumMod val="75000"/>
                  <a:lumOff val="25000"/>
                </a:schemeClr>
              </a:solidFill>
              <a:latin typeface="Segoe UI Variable Text Light" pitchFamily="2" charset="0"/>
            </a:endParaRPr>
          </a:p>
          <a:p>
            <a:pPr lvl="2"/>
            <a:r>
              <a:rPr lang="en-GB" spc="400" dirty="0">
                <a:solidFill>
                  <a:schemeClr val="tx1">
                    <a:lumMod val="75000"/>
                    <a:lumOff val="25000"/>
                  </a:schemeClr>
                </a:solidFill>
                <a:latin typeface="Segoe UI Semibold" panose="020B0702040204020203" pitchFamily="34" charset="0"/>
                <a:cs typeface="Segoe UI Semibold" panose="020B0702040204020203" pitchFamily="34" charset="0"/>
              </a:rPr>
              <a:t>5. </a:t>
            </a:r>
            <a:r>
              <a:rPr lang="en-GB" spc="400" dirty="0">
                <a:solidFill>
                  <a:schemeClr val="tx1">
                    <a:lumMod val="75000"/>
                    <a:lumOff val="25000"/>
                  </a:schemeClr>
                </a:solidFill>
                <a:latin typeface="Segoe UI Variable Text Light" pitchFamily="2" charset="0"/>
              </a:rPr>
              <a:t>Dashboard &amp; Key Indicators</a:t>
            </a:r>
          </a:p>
          <a:p>
            <a:pPr lvl="2"/>
            <a:r>
              <a:rPr lang="en-GB" spc="400" dirty="0">
                <a:solidFill>
                  <a:schemeClr val="tx1">
                    <a:lumMod val="75000"/>
                    <a:lumOff val="25000"/>
                  </a:schemeClr>
                </a:solidFill>
                <a:latin typeface="Segoe UI Semibold" panose="020B0702040204020203" pitchFamily="34" charset="0"/>
                <a:cs typeface="Segoe UI Semibold" panose="020B0702040204020203" pitchFamily="34" charset="0"/>
              </a:rPr>
              <a:t>6. </a:t>
            </a:r>
            <a:r>
              <a:rPr lang="en-GB" spc="400" dirty="0" err="1">
                <a:solidFill>
                  <a:schemeClr val="tx1">
                    <a:lumMod val="75000"/>
                    <a:lumOff val="25000"/>
                  </a:schemeClr>
                </a:solidFill>
                <a:latin typeface="Segoe UI Variable Text Light" pitchFamily="2" charset="0"/>
              </a:rPr>
              <a:t>Exploratory</a:t>
            </a:r>
            <a:r>
              <a:rPr lang="en-GB" spc="400" dirty="0">
                <a:solidFill>
                  <a:schemeClr val="tx1">
                    <a:lumMod val="75000"/>
                    <a:lumOff val="25000"/>
                  </a:schemeClr>
                </a:solidFill>
                <a:latin typeface="Segoe UI Variable Text Light" pitchFamily="2" charset="0"/>
              </a:rPr>
              <a:t> </a:t>
            </a:r>
            <a:r>
              <a:rPr lang="en-GB" spc="400" dirty="0" err="1">
                <a:solidFill>
                  <a:schemeClr val="tx1">
                    <a:lumMod val="75000"/>
                    <a:lumOff val="25000"/>
                  </a:schemeClr>
                </a:solidFill>
                <a:latin typeface="Segoe UI Variable Text Light" pitchFamily="2" charset="0"/>
              </a:rPr>
              <a:t>Analysis</a:t>
            </a:r>
            <a:endParaRPr lang="en-GB" spc="400" dirty="0">
              <a:solidFill>
                <a:schemeClr val="tx1">
                  <a:lumMod val="75000"/>
                  <a:lumOff val="25000"/>
                </a:schemeClr>
              </a:solidFill>
              <a:latin typeface="Segoe UI Variable Text Light" pitchFamily="2" charset="0"/>
            </a:endParaRPr>
          </a:p>
          <a:p>
            <a:pPr lvl="2"/>
            <a:r>
              <a:rPr lang="en-GB" spc="400" dirty="0">
                <a:solidFill>
                  <a:schemeClr val="tx1">
                    <a:lumMod val="75000"/>
                    <a:lumOff val="25000"/>
                  </a:schemeClr>
                </a:solidFill>
                <a:latin typeface="Segoe UI Semibold" panose="020B0702040204020203" pitchFamily="34" charset="0"/>
                <a:cs typeface="Segoe UI Semibold" panose="020B0702040204020203" pitchFamily="34" charset="0"/>
              </a:rPr>
              <a:t>7. </a:t>
            </a:r>
            <a:r>
              <a:rPr lang="en-GB" spc="400" dirty="0" err="1">
                <a:solidFill>
                  <a:schemeClr val="tx1">
                    <a:lumMod val="75000"/>
                    <a:lumOff val="25000"/>
                  </a:schemeClr>
                </a:solidFill>
                <a:latin typeface="Segoe UI Variable Text Light" pitchFamily="2" charset="0"/>
              </a:rPr>
              <a:t>Conclusions</a:t>
            </a:r>
            <a:r>
              <a:rPr lang="en-GB" spc="400" dirty="0">
                <a:solidFill>
                  <a:schemeClr val="tx1">
                    <a:lumMod val="75000"/>
                    <a:lumOff val="25000"/>
                  </a:schemeClr>
                </a:solidFill>
                <a:latin typeface="Segoe UI Variable Text Light" pitchFamily="2" charset="0"/>
              </a:rPr>
              <a:t> &amp; </a:t>
            </a:r>
            <a:r>
              <a:rPr lang="en-GB" spc="400" dirty="0" err="1">
                <a:solidFill>
                  <a:schemeClr val="tx1">
                    <a:lumMod val="75000"/>
                    <a:lumOff val="25000"/>
                  </a:schemeClr>
                </a:solidFill>
                <a:latin typeface="Segoe UI Variable Text Light" pitchFamily="2" charset="0"/>
              </a:rPr>
              <a:t>Recommendations</a:t>
            </a:r>
            <a:endParaRPr lang="en-GB" spc="400" dirty="0">
              <a:solidFill>
                <a:schemeClr val="tx1">
                  <a:lumMod val="75000"/>
                  <a:lumOff val="25000"/>
                </a:schemeClr>
              </a:solidFill>
              <a:latin typeface="Segoe UI Variable Text Light" pitchFamily="2" charset="0"/>
            </a:endParaRPr>
          </a:p>
          <a:p>
            <a:pPr lvl="2"/>
            <a:endParaRPr lang="en-GB" spc="400" dirty="0">
              <a:solidFill>
                <a:schemeClr val="tx1">
                  <a:lumMod val="75000"/>
                  <a:lumOff val="25000"/>
                </a:schemeClr>
              </a:solidFill>
              <a:latin typeface="Segoe UI Variable Text Light" pitchFamily="2" charset="0"/>
            </a:endParaRPr>
          </a:p>
          <a:p>
            <a:pPr lvl="2"/>
            <a:r>
              <a:rPr lang="en-GB" spc="400" dirty="0">
                <a:solidFill>
                  <a:schemeClr val="tx1">
                    <a:lumMod val="75000"/>
                    <a:lumOff val="25000"/>
                  </a:schemeClr>
                </a:solidFill>
                <a:latin typeface="Segoe UI Semibold" panose="020B0702040204020203" pitchFamily="34" charset="0"/>
                <a:cs typeface="Segoe UI Semibold" panose="020B0702040204020203" pitchFamily="34" charset="0"/>
              </a:rPr>
              <a:t> </a:t>
            </a:r>
          </a:p>
          <a:p>
            <a:pPr lvl="2"/>
            <a:endParaRPr lang="en-GB" spc="400" dirty="0">
              <a:latin typeface="Segoe UI Variable Text Light" pitchFamily="2" charset="0"/>
            </a:endParaRPr>
          </a:p>
          <a:p>
            <a:pPr lvl="2"/>
            <a:endParaRPr lang="en-GB" dirty="0"/>
          </a:p>
          <a:p>
            <a:pPr lvl="2"/>
            <a:br>
              <a:rPr lang="en-GB" dirty="0"/>
            </a:br>
            <a:endParaRPr lang="en-GB" dirty="0"/>
          </a:p>
        </p:txBody>
      </p:sp>
      <p:sp>
        <p:nvSpPr>
          <p:cNvPr id="9" name="Rectangle 8">
            <a:extLst>
              <a:ext uri="{FF2B5EF4-FFF2-40B4-BE49-F238E27FC236}">
                <a16:creationId xmlns:a16="http://schemas.microsoft.com/office/drawing/2014/main" id="{C2741118-833A-C948-A035-2C873E9074B7}"/>
              </a:ext>
            </a:extLst>
          </p:cNvPr>
          <p:cNvSpPr/>
          <p:nvPr/>
        </p:nvSpPr>
        <p:spPr>
          <a:xfrm>
            <a:off x="5654842" y="0"/>
            <a:ext cx="18727571" cy="276445"/>
          </a:xfrm>
          <a:prstGeom prst="rect">
            <a:avLst/>
          </a:prstGeom>
          <a:solidFill>
            <a:srgbClr val="83E2F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pic>
        <p:nvPicPr>
          <p:cNvPr id="2" name="Imagen 1" descr="Icono  El contenido generado por IA puede ser incorrecto.">
            <a:extLst>
              <a:ext uri="{FF2B5EF4-FFF2-40B4-BE49-F238E27FC236}">
                <a16:creationId xmlns:a16="http://schemas.microsoft.com/office/drawing/2014/main" id="{9C51B8DC-D00C-753B-EA54-0BDDD3E1AF29}"/>
              </a:ext>
            </a:extLst>
          </p:cNvPr>
          <p:cNvPicPr>
            <a:picLocks noChangeAspect="1"/>
          </p:cNvPicPr>
          <p:nvPr/>
        </p:nvPicPr>
        <p:blipFill>
          <a:blip r:embed="rId2"/>
          <a:stretch>
            <a:fillRect/>
          </a:stretch>
        </p:blipFill>
        <p:spPr>
          <a:xfrm>
            <a:off x="22832505" y="12292330"/>
            <a:ext cx="1290528" cy="1290528"/>
          </a:xfrm>
          <a:prstGeom prst="rect">
            <a:avLst/>
          </a:prstGeom>
        </p:spPr>
      </p:pic>
      <p:sp>
        <p:nvSpPr>
          <p:cNvPr id="12" name="Rectangle 11">
            <a:extLst>
              <a:ext uri="{FF2B5EF4-FFF2-40B4-BE49-F238E27FC236}">
                <a16:creationId xmlns:a16="http://schemas.microsoft.com/office/drawing/2014/main" id="{16D7E910-0D29-0741-AA0B-D02C88A82A28}"/>
              </a:ext>
            </a:extLst>
          </p:cNvPr>
          <p:cNvSpPr/>
          <p:nvPr/>
        </p:nvSpPr>
        <p:spPr>
          <a:xfrm>
            <a:off x="-19049" y="13444636"/>
            <a:ext cx="22442498" cy="276445"/>
          </a:xfrm>
          <a:prstGeom prst="rect">
            <a:avLst/>
          </a:prstGeom>
          <a:solidFill>
            <a:srgbClr val="74ADF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pic>
        <p:nvPicPr>
          <p:cNvPr id="1026" name="Picture 2">
            <a:extLst>
              <a:ext uri="{FF2B5EF4-FFF2-40B4-BE49-F238E27FC236}">
                <a16:creationId xmlns:a16="http://schemas.microsoft.com/office/drawing/2014/main" id="{5E895329-F080-2973-0A3F-5795480869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344" r="30825"/>
          <a:stretch>
            <a:fillRect/>
          </a:stretch>
        </p:blipFill>
        <p:spPr bwMode="auto">
          <a:xfrm>
            <a:off x="-104922" y="-19050"/>
            <a:ext cx="6014740" cy="13740131"/>
          </a:xfrm>
          <a:prstGeom prst="round2Diag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907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A1D62-164D-2FB8-5226-32FCAB0CAD29}"/>
            </a:ext>
          </a:extLst>
        </p:cNvPr>
        <p:cNvGrpSpPr/>
        <p:nvPr/>
      </p:nvGrpSpPr>
      <p:grpSpPr>
        <a:xfrm>
          <a:off x="0" y="0"/>
          <a:ext cx="0" cy="0"/>
          <a:chOff x="0" y="0"/>
          <a:chExt cx="0" cy="0"/>
        </a:xfrm>
      </p:grpSpPr>
      <p:sp>
        <p:nvSpPr>
          <p:cNvPr id="20" name="Rectángulo: esquinas diagonales redondeadas 19">
            <a:extLst>
              <a:ext uri="{FF2B5EF4-FFF2-40B4-BE49-F238E27FC236}">
                <a16:creationId xmlns:a16="http://schemas.microsoft.com/office/drawing/2014/main" id="{9A1BEC31-F77A-CDD1-EAB6-01B1E2F05EDB}"/>
              </a:ext>
            </a:extLst>
          </p:cNvPr>
          <p:cNvSpPr>
            <a:spLocks/>
          </p:cNvSpPr>
          <p:nvPr/>
        </p:nvSpPr>
        <p:spPr>
          <a:xfrm>
            <a:off x="751115" y="851524"/>
            <a:ext cx="11487651" cy="5441761"/>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9715900B-BC5A-7A28-42F1-DA5E7552E597}"/>
              </a:ext>
            </a:extLst>
          </p:cNvPr>
          <p:cNvSpPr/>
          <p:nvPr/>
        </p:nvSpPr>
        <p:spPr>
          <a:xfrm>
            <a:off x="-1" y="0"/>
            <a:ext cx="24382413" cy="276445"/>
          </a:xfrm>
          <a:prstGeom prst="rect">
            <a:avLst/>
          </a:prstGeom>
          <a:solidFill>
            <a:srgbClr val="83E2F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sp>
        <p:nvSpPr>
          <p:cNvPr id="7" name="Rectangle 6">
            <a:extLst>
              <a:ext uri="{FF2B5EF4-FFF2-40B4-BE49-F238E27FC236}">
                <a16:creationId xmlns:a16="http://schemas.microsoft.com/office/drawing/2014/main" id="{EEC258D6-18EC-9ACA-07C1-6E586E4D30DF}"/>
              </a:ext>
            </a:extLst>
          </p:cNvPr>
          <p:cNvSpPr/>
          <p:nvPr/>
        </p:nvSpPr>
        <p:spPr>
          <a:xfrm>
            <a:off x="-1" y="12425473"/>
            <a:ext cx="24382414" cy="1290527"/>
          </a:xfrm>
          <a:prstGeom prst="rect">
            <a:avLst/>
          </a:prstGeom>
          <a:solidFill>
            <a:srgbClr val="74ADF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pic>
        <p:nvPicPr>
          <p:cNvPr id="11" name="Imagen 10" descr="Icono  El contenido generado por IA puede ser incorrecto.">
            <a:extLst>
              <a:ext uri="{FF2B5EF4-FFF2-40B4-BE49-F238E27FC236}">
                <a16:creationId xmlns:a16="http://schemas.microsoft.com/office/drawing/2014/main" id="{EB7175B6-F01F-A93A-DD5B-384EBFEFF104}"/>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3149564" y="12518591"/>
            <a:ext cx="979800" cy="979800"/>
          </a:xfrm>
          <a:prstGeom prst="rect">
            <a:avLst/>
          </a:prstGeom>
        </p:spPr>
      </p:pic>
      <p:sp>
        <p:nvSpPr>
          <p:cNvPr id="12" name="Title 3">
            <a:extLst>
              <a:ext uri="{FF2B5EF4-FFF2-40B4-BE49-F238E27FC236}">
                <a16:creationId xmlns:a16="http://schemas.microsoft.com/office/drawing/2014/main" id="{69CA0D7D-3E2A-59AE-8896-E231992D43E1}"/>
              </a:ext>
            </a:extLst>
          </p:cNvPr>
          <p:cNvSpPr txBox="1">
            <a:spLocks/>
          </p:cNvSpPr>
          <p:nvPr/>
        </p:nvSpPr>
        <p:spPr>
          <a:xfrm>
            <a:off x="459552" y="12594791"/>
            <a:ext cx="10924728" cy="1292659"/>
          </a:xfrm>
          <a:prstGeom prst="rect">
            <a:avLst/>
          </a:prstGeom>
        </p:spPr>
        <p:txBody>
          <a:bodyPr/>
          <a:lstStyle>
            <a:lvl1pPr algn="l" defTabSz="1828709" rtl="0" eaLnBrk="1" latinLnBrk="0" hangingPunct="1">
              <a:lnSpc>
                <a:spcPct val="97000"/>
              </a:lnSpc>
              <a:spcBef>
                <a:spcPct val="0"/>
              </a:spcBef>
              <a:buNone/>
              <a:defRPr sz="4800" b="0" i="0" kern="1200" cap="all" spc="-50" baseline="0">
                <a:solidFill>
                  <a:schemeClr val="tx1"/>
                </a:solidFill>
                <a:latin typeface="+mj-lt"/>
                <a:ea typeface="+mj-ea"/>
                <a:cs typeface="Toyota Type" panose="020B0502020202020204" pitchFamily="34" charset="0"/>
              </a:defRPr>
            </a:lvl1pPr>
          </a:lstStyle>
          <a:p>
            <a:r>
              <a:rPr lang="en-GB" sz="5400" spc="600" dirty="0">
                <a:solidFill>
                  <a:srgbClr val="FFFFFF"/>
                </a:solidFill>
                <a:latin typeface="Segoe UI Variable Small Semibol" pitchFamily="2" charset="0"/>
                <a:ea typeface="Segoe UI Emoji" panose="020B0502040204020203" pitchFamily="34" charset="0"/>
                <a:cs typeface="Toyota Type Semibold" panose="020B0702020202020204" pitchFamily="34" charset="0"/>
              </a:rPr>
              <a:t>|| Objective del</a:t>
            </a:r>
          </a:p>
        </p:txBody>
      </p:sp>
      <p:sp>
        <p:nvSpPr>
          <p:cNvPr id="6" name="Rectangle 6">
            <a:extLst>
              <a:ext uri="{FF2B5EF4-FFF2-40B4-BE49-F238E27FC236}">
                <a16:creationId xmlns:a16="http://schemas.microsoft.com/office/drawing/2014/main" id="{68CB13A4-C8C1-BB87-5AE5-E8CA1FBFE635}"/>
              </a:ext>
            </a:extLst>
          </p:cNvPr>
          <p:cNvSpPr/>
          <p:nvPr/>
        </p:nvSpPr>
        <p:spPr>
          <a:xfrm>
            <a:off x="0" y="12310231"/>
            <a:ext cx="24382413" cy="1405770"/>
          </a:xfrm>
          <a:prstGeom prst="rect">
            <a:avLst/>
          </a:prstGeom>
          <a:solidFill>
            <a:srgbClr val="74ADF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pic>
        <p:nvPicPr>
          <p:cNvPr id="8" name="Imagen 7" descr="Icono  El contenido generado por IA puede ser incorrecto.">
            <a:extLst>
              <a:ext uri="{FF2B5EF4-FFF2-40B4-BE49-F238E27FC236}">
                <a16:creationId xmlns:a16="http://schemas.microsoft.com/office/drawing/2014/main" id="{20007F7A-761E-23C7-CB77-7C8CB1D6065F}"/>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3149564" y="12427151"/>
            <a:ext cx="979800" cy="979800"/>
          </a:xfrm>
          <a:prstGeom prst="rect">
            <a:avLst/>
          </a:prstGeom>
        </p:spPr>
      </p:pic>
      <p:sp>
        <p:nvSpPr>
          <p:cNvPr id="9" name="Title 3">
            <a:extLst>
              <a:ext uri="{FF2B5EF4-FFF2-40B4-BE49-F238E27FC236}">
                <a16:creationId xmlns:a16="http://schemas.microsoft.com/office/drawing/2014/main" id="{22CA3D92-F5C0-0E0E-148B-897DDD1ECCFC}"/>
              </a:ext>
            </a:extLst>
          </p:cNvPr>
          <p:cNvSpPr txBox="1">
            <a:spLocks/>
          </p:cNvSpPr>
          <p:nvPr/>
        </p:nvSpPr>
        <p:spPr>
          <a:xfrm>
            <a:off x="459552" y="12503351"/>
            <a:ext cx="22767966" cy="1292659"/>
          </a:xfrm>
          <a:prstGeom prst="rect">
            <a:avLst/>
          </a:prstGeom>
        </p:spPr>
        <p:txBody>
          <a:bodyPr/>
          <a:lstStyle>
            <a:lvl1pPr algn="l" defTabSz="1828709" rtl="0" eaLnBrk="1" latinLnBrk="0" hangingPunct="1">
              <a:lnSpc>
                <a:spcPct val="97000"/>
              </a:lnSpc>
              <a:spcBef>
                <a:spcPct val="0"/>
              </a:spcBef>
              <a:buNone/>
              <a:defRPr sz="4800" b="0" i="0" kern="1200" cap="all" spc="-50" baseline="0">
                <a:solidFill>
                  <a:schemeClr val="tx1"/>
                </a:solidFill>
                <a:latin typeface="+mj-lt"/>
                <a:ea typeface="+mj-ea"/>
                <a:cs typeface="Toyota Type" panose="020B0502020202020204" pitchFamily="34" charset="0"/>
              </a:defRPr>
            </a:lvl1pPr>
          </a:lstStyle>
          <a:p>
            <a:r>
              <a:rPr lang="en-GB" spc="600" dirty="0">
                <a:solidFill>
                  <a:srgbClr val="FFFFFF"/>
                </a:solidFill>
                <a:latin typeface="Segoe UI Variable Small Semibol" pitchFamily="2" charset="0"/>
                <a:ea typeface="Segoe UI Emoji" panose="020B0502040204020203" pitchFamily="34" charset="0"/>
                <a:cs typeface="Toyota Type Semibold" panose="020B0702020202020204" pitchFamily="34" charset="0"/>
              </a:rPr>
              <a:t>|| 1. INTRODUCTION &amp; CONTEXT</a:t>
            </a:r>
          </a:p>
        </p:txBody>
      </p:sp>
      <p:sp>
        <p:nvSpPr>
          <p:cNvPr id="22" name="Text Placeholder 4">
            <a:extLst>
              <a:ext uri="{FF2B5EF4-FFF2-40B4-BE49-F238E27FC236}">
                <a16:creationId xmlns:a16="http://schemas.microsoft.com/office/drawing/2014/main" id="{DE3E7583-81EE-EDAC-8ED6-851F0A18F457}"/>
              </a:ext>
            </a:extLst>
          </p:cNvPr>
          <p:cNvSpPr txBox="1">
            <a:spLocks/>
          </p:cNvSpPr>
          <p:nvPr/>
        </p:nvSpPr>
        <p:spPr>
          <a:xfrm>
            <a:off x="1656466" y="2913839"/>
            <a:ext cx="9727814" cy="2992070"/>
          </a:xfrm>
          <a:prstGeom prst="rect">
            <a:avLst/>
          </a:prstGeom>
        </p:spPr>
        <p:txBody>
          <a:bodyPr vert="horz" lIns="91440" tIns="45720" rIns="91440" bIns="45720" rtlCol="0">
            <a:normAutofit lnSpcReduction="10000"/>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n-US" sz="2700" dirty="0">
                <a:solidFill>
                  <a:schemeClr val="tx1">
                    <a:lumMod val="95000"/>
                    <a:lumOff val="5000"/>
                  </a:schemeClr>
                </a:solidFill>
                <a:latin typeface="Segoe UI" panose="020B0502040204020203" pitchFamily="34" charset="0"/>
                <a:cs typeface="Segoe UI" panose="020B0502040204020203" pitchFamily="34" charset="0"/>
              </a:rPr>
              <a:t>I am a Chemical Engineer specialized in continuous improvement, data analytics, process optimization and business intelligence solutions.</a:t>
            </a:r>
          </a:p>
          <a:p>
            <a:pPr>
              <a:spcBef>
                <a:spcPts val="1200"/>
              </a:spcBef>
            </a:pPr>
            <a:r>
              <a:rPr lang="en-US" sz="2700" dirty="0">
                <a:solidFill>
                  <a:schemeClr val="tx1">
                    <a:lumMod val="95000"/>
                    <a:lumOff val="5000"/>
                  </a:schemeClr>
                </a:solidFill>
                <a:latin typeface="Segoe UI" panose="020B0502040204020203" pitchFamily="34" charset="0"/>
                <a:cs typeface="Segoe UI" panose="020B0502040204020203" pitchFamily="34" charset="0"/>
              </a:rPr>
              <a:t>My work focuses on transforming complex data into actionable insights through statistical analysis, process improvement methodologies and data visualization techniques to enhance operational performance and support strategic decisions.</a:t>
            </a:r>
            <a:endParaRPr lang="en-US" sz="2700" i="1" dirty="0">
              <a:solidFill>
                <a:schemeClr val="tx1">
                  <a:lumMod val="95000"/>
                  <a:lumOff val="5000"/>
                </a:schemeClr>
              </a:solidFill>
              <a:latin typeface="Segoe UI" panose="020B0502040204020203" pitchFamily="34" charset="0"/>
              <a:ea typeface="Segoe UI Emoji" panose="020B0502040204020203" pitchFamily="34" charset="0"/>
              <a:cs typeface="Segoe UI" panose="020B0502040204020203" pitchFamily="34" charset="0"/>
            </a:endParaRPr>
          </a:p>
        </p:txBody>
      </p:sp>
      <p:sp>
        <p:nvSpPr>
          <p:cNvPr id="23" name="CuadroTexto 22">
            <a:extLst>
              <a:ext uri="{FF2B5EF4-FFF2-40B4-BE49-F238E27FC236}">
                <a16:creationId xmlns:a16="http://schemas.microsoft.com/office/drawing/2014/main" id="{FA40247F-D03D-5502-BD61-5A0419EF89CE}"/>
              </a:ext>
            </a:extLst>
          </p:cNvPr>
          <p:cNvSpPr txBox="1"/>
          <p:nvPr/>
        </p:nvSpPr>
        <p:spPr>
          <a:xfrm>
            <a:off x="383726" y="1293328"/>
            <a:ext cx="11626441" cy="1200329"/>
          </a:xfrm>
          <a:prstGeom prst="rect">
            <a:avLst/>
          </a:prstGeom>
          <a:noFill/>
        </p:spPr>
        <p:txBody>
          <a:bodyPr wrap="square" rtlCol="0">
            <a:spAutoFit/>
          </a:bodyPr>
          <a:lstStyle/>
          <a:p>
            <a:pPr algn="ctr"/>
            <a:r>
              <a:rPr lang="es-AR" sz="7000" spc="600" dirty="0">
                <a:solidFill>
                  <a:srgbClr val="454545"/>
                </a:solidFill>
                <a:latin typeface="Segoe UI Variable Display Light" pitchFamily="2" charset="0"/>
              </a:rPr>
              <a:t>About Me</a:t>
            </a:r>
            <a:endParaRPr lang="en-US" sz="7000" spc="600" dirty="0">
              <a:solidFill>
                <a:srgbClr val="454545"/>
              </a:solidFill>
              <a:latin typeface="Segoe UI Variable Display Light" pitchFamily="2" charset="0"/>
            </a:endParaRPr>
          </a:p>
        </p:txBody>
      </p:sp>
      <p:sp>
        <p:nvSpPr>
          <p:cNvPr id="27" name="Rectángulo: esquinas diagonales redondeadas 26">
            <a:extLst>
              <a:ext uri="{FF2B5EF4-FFF2-40B4-BE49-F238E27FC236}">
                <a16:creationId xmlns:a16="http://schemas.microsoft.com/office/drawing/2014/main" id="{32614C54-7AEB-1599-1F31-DAD18C035978}"/>
              </a:ext>
            </a:extLst>
          </p:cNvPr>
          <p:cNvSpPr>
            <a:spLocks/>
          </p:cNvSpPr>
          <p:nvPr/>
        </p:nvSpPr>
        <p:spPr>
          <a:xfrm>
            <a:off x="13062855" y="880370"/>
            <a:ext cx="10753919" cy="11010623"/>
          </a:xfrm>
          <a:prstGeom prst="round2DiagRect">
            <a:avLst>
              <a:gd name="adj1" fmla="val 29877"/>
              <a:gd name="adj2" fmla="val 0"/>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3" name="Imagen 32">
            <a:extLst>
              <a:ext uri="{FF2B5EF4-FFF2-40B4-BE49-F238E27FC236}">
                <a16:creationId xmlns:a16="http://schemas.microsoft.com/office/drawing/2014/main" id="{891D5A66-674C-4BBB-89F0-8148C596B363}"/>
              </a:ext>
            </a:extLst>
          </p:cNvPr>
          <p:cNvPicPr>
            <a:picLocks noChangeAspect="1"/>
          </p:cNvPicPr>
          <p:nvPr/>
        </p:nvPicPr>
        <p:blipFill>
          <a:blip r:embed="rId4"/>
          <a:stretch>
            <a:fillRect/>
          </a:stretch>
        </p:blipFill>
        <p:spPr>
          <a:xfrm>
            <a:off x="13636460" y="1345597"/>
            <a:ext cx="9591058" cy="6159211"/>
          </a:xfrm>
          <a:prstGeom prst="round2DiagRect">
            <a:avLst>
              <a:gd name="adj1" fmla="val 48144"/>
              <a:gd name="adj2" fmla="val 0"/>
            </a:avLst>
          </a:prstGeom>
        </p:spPr>
      </p:pic>
      <p:pic>
        <p:nvPicPr>
          <p:cNvPr id="38" name="Imagen 37">
            <a:extLst>
              <a:ext uri="{FF2B5EF4-FFF2-40B4-BE49-F238E27FC236}">
                <a16:creationId xmlns:a16="http://schemas.microsoft.com/office/drawing/2014/main" id="{50985BC6-0237-F5A5-5C1E-85D31DC41171}"/>
              </a:ext>
            </a:extLst>
          </p:cNvPr>
          <p:cNvPicPr>
            <a:picLocks noChangeAspect="1"/>
          </p:cNvPicPr>
          <p:nvPr/>
        </p:nvPicPr>
        <p:blipFill>
          <a:blip r:embed="rId5"/>
          <a:stretch>
            <a:fillRect/>
          </a:stretch>
        </p:blipFill>
        <p:spPr>
          <a:xfrm>
            <a:off x="206332" y="418710"/>
            <a:ext cx="1989223" cy="1989223"/>
          </a:xfrm>
          <a:prstGeom prst="rect">
            <a:avLst/>
          </a:prstGeom>
        </p:spPr>
      </p:pic>
      <p:sp>
        <p:nvSpPr>
          <p:cNvPr id="2" name="Rectángulo: esquinas diagonales redondeadas 1">
            <a:extLst>
              <a:ext uri="{FF2B5EF4-FFF2-40B4-BE49-F238E27FC236}">
                <a16:creationId xmlns:a16="http://schemas.microsoft.com/office/drawing/2014/main" id="{C3E52FAE-B1E5-A59F-AEE6-D6DFD2C83CFF}"/>
              </a:ext>
            </a:extLst>
          </p:cNvPr>
          <p:cNvSpPr>
            <a:spLocks/>
          </p:cNvSpPr>
          <p:nvPr/>
        </p:nvSpPr>
        <p:spPr>
          <a:xfrm>
            <a:off x="740400" y="6926057"/>
            <a:ext cx="11487651" cy="5006507"/>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4">
            <a:extLst>
              <a:ext uri="{FF2B5EF4-FFF2-40B4-BE49-F238E27FC236}">
                <a16:creationId xmlns:a16="http://schemas.microsoft.com/office/drawing/2014/main" id="{7F4B9841-C242-8232-FF4C-CD9B4B988F7D}"/>
              </a:ext>
            </a:extLst>
          </p:cNvPr>
          <p:cNvSpPr txBox="1">
            <a:spLocks/>
          </p:cNvSpPr>
          <p:nvPr/>
        </p:nvSpPr>
        <p:spPr>
          <a:xfrm>
            <a:off x="1613093" y="8898923"/>
            <a:ext cx="10164541" cy="2992070"/>
          </a:xfrm>
          <a:prstGeom prst="rect">
            <a:avLst/>
          </a:prstGeom>
        </p:spPr>
        <p:txBody>
          <a:bodyPr vert="horz" lIns="91440" tIns="45720" rIns="91440" bIns="45720" rtlCol="0">
            <a:norm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n-US" sz="2700" dirty="0" err="1">
                <a:solidFill>
                  <a:schemeClr val="tx1">
                    <a:lumMod val="95000"/>
                    <a:lumOff val="5000"/>
                  </a:schemeClr>
                </a:solidFill>
                <a:latin typeface="Segoe UI" panose="020B0502040204020203" pitchFamily="34" charset="0"/>
                <a:cs typeface="Segoe UI" panose="020B0502040204020203" pitchFamily="34" charset="0"/>
              </a:rPr>
              <a:t>Aerowind</a:t>
            </a:r>
            <a:r>
              <a:rPr lang="en-US" sz="2700" dirty="0">
                <a:solidFill>
                  <a:schemeClr val="tx1">
                    <a:lumMod val="95000"/>
                    <a:lumOff val="5000"/>
                  </a:schemeClr>
                </a:solidFill>
                <a:latin typeface="Segoe UI" panose="020B0502040204020203" pitchFamily="34" charset="0"/>
                <a:cs typeface="Segoe UI" panose="020B0502040204020203" pitchFamily="34" charset="0"/>
              </a:rPr>
              <a:t> contacted me to conduct a comprehensive operational performance analysis of the ‘Lighthouse’ Wind Farm, strategically located in the coastal region of Buenos Aires Province, an area known for its strong, stable and high-frequency wind regime, making it highly suitable for wind energy generation.</a:t>
            </a:r>
            <a:endParaRPr lang="en-US" sz="2700" i="1" dirty="0">
              <a:solidFill>
                <a:schemeClr val="tx1">
                  <a:lumMod val="95000"/>
                  <a:lumOff val="5000"/>
                </a:schemeClr>
              </a:solidFill>
              <a:latin typeface="Segoe UI" panose="020B0502040204020203" pitchFamily="34" charset="0"/>
              <a:ea typeface="Segoe UI Emoji" panose="020B0502040204020203" pitchFamily="34" charset="0"/>
              <a:cs typeface="Segoe UI" panose="020B0502040204020203" pitchFamily="34" charset="0"/>
            </a:endParaRPr>
          </a:p>
        </p:txBody>
      </p:sp>
      <p:sp>
        <p:nvSpPr>
          <p:cNvPr id="4" name="CuadroTexto 3">
            <a:extLst>
              <a:ext uri="{FF2B5EF4-FFF2-40B4-BE49-F238E27FC236}">
                <a16:creationId xmlns:a16="http://schemas.microsoft.com/office/drawing/2014/main" id="{8022DD0C-95FB-DF18-F58F-25C7F821EB09}"/>
              </a:ext>
            </a:extLst>
          </p:cNvPr>
          <p:cNvSpPr txBox="1"/>
          <p:nvPr/>
        </p:nvSpPr>
        <p:spPr>
          <a:xfrm>
            <a:off x="601610" y="7378583"/>
            <a:ext cx="11626441" cy="1200329"/>
          </a:xfrm>
          <a:prstGeom prst="rect">
            <a:avLst/>
          </a:prstGeom>
          <a:noFill/>
        </p:spPr>
        <p:txBody>
          <a:bodyPr wrap="square" rtlCol="0">
            <a:spAutoFit/>
          </a:bodyPr>
          <a:lstStyle/>
          <a:p>
            <a:pPr algn="ctr"/>
            <a:r>
              <a:rPr lang="es-AR" sz="7000" spc="600" dirty="0">
                <a:solidFill>
                  <a:srgbClr val="454545"/>
                </a:solidFill>
                <a:latin typeface="Segoe UI Variable Display Light" pitchFamily="2" charset="0"/>
              </a:rPr>
              <a:t>AEROWIND</a:t>
            </a:r>
            <a:endParaRPr lang="en-US" sz="7000" spc="600" dirty="0">
              <a:solidFill>
                <a:srgbClr val="454545"/>
              </a:solidFill>
              <a:latin typeface="Segoe UI Variable Display Light" pitchFamily="2" charset="0"/>
            </a:endParaRPr>
          </a:p>
        </p:txBody>
      </p:sp>
      <p:sp>
        <p:nvSpPr>
          <p:cNvPr id="10" name="Triángulo isósceles 9">
            <a:extLst>
              <a:ext uri="{FF2B5EF4-FFF2-40B4-BE49-F238E27FC236}">
                <a16:creationId xmlns:a16="http://schemas.microsoft.com/office/drawing/2014/main" id="{0458529E-BC5E-5B7C-CF8D-D634F976124A}"/>
              </a:ext>
            </a:extLst>
          </p:cNvPr>
          <p:cNvSpPr/>
          <p:nvPr/>
        </p:nvSpPr>
        <p:spPr>
          <a:xfrm rot="16200000">
            <a:off x="14956100" y="6444541"/>
            <a:ext cx="7442735" cy="3064366"/>
          </a:xfrm>
          <a:prstGeom prst="triangle">
            <a:avLst>
              <a:gd name="adj" fmla="val 37828"/>
            </a:avLst>
          </a:prstGeom>
          <a:solidFill>
            <a:srgbClr val="74ADFA">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4">
            <a:extLst>
              <a:ext uri="{FF2B5EF4-FFF2-40B4-BE49-F238E27FC236}">
                <a16:creationId xmlns:a16="http://schemas.microsoft.com/office/drawing/2014/main" id="{962CF8AD-A7F1-DEB4-2E47-9A5CED69F379}"/>
              </a:ext>
            </a:extLst>
          </p:cNvPr>
          <p:cNvSpPr txBox="1">
            <a:spLocks/>
          </p:cNvSpPr>
          <p:nvPr/>
        </p:nvSpPr>
        <p:spPr>
          <a:xfrm>
            <a:off x="14336192" y="8039545"/>
            <a:ext cx="4568342" cy="2992070"/>
          </a:xfrm>
          <a:prstGeom prst="rect">
            <a:avLst/>
          </a:prstGeom>
        </p:spPr>
        <p:txBody>
          <a:bodyPr vert="horz" lIns="91440" tIns="45720" rIns="91440" bIns="45720" rtlCol="0">
            <a:norm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s-AR" sz="2400" b="1" i="1" dirty="0">
                <a:solidFill>
                  <a:schemeClr val="tx1">
                    <a:lumMod val="95000"/>
                    <a:lumOff val="5000"/>
                  </a:schemeClr>
                </a:solidFill>
                <a:latin typeface="Segoe UI" panose="020B0502040204020203" pitchFamily="34" charset="0"/>
                <a:cs typeface="Segoe UI" panose="020B0502040204020203" pitchFamily="34" charset="0"/>
              </a:rPr>
              <a:t>Strategically located in the coastal region of Buenos Aires, Argentina, known for its intense and stable wind regime.</a:t>
            </a:r>
            <a:endParaRPr lang="en-US" b="1" i="1" dirty="0">
              <a:solidFill>
                <a:schemeClr val="tx1">
                  <a:lumMod val="95000"/>
                  <a:lumOff val="5000"/>
                </a:schemeClr>
              </a:solidFill>
              <a:latin typeface="Segoe UI" panose="020B0502040204020203" pitchFamily="34" charset="0"/>
              <a:ea typeface="Segoe UI Emoji" panose="020B0502040204020203" pitchFamily="34" charset="0"/>
              <a:cs typeface="Segoe UI" panose="020B0502040204020203" pitchFamily="34" charset="0"/>
            </a:endParaRPr>
          </a:p>
        </p:txBody>
      </p:sp>
      <p:pic>
        <p:nvPicPr>
          <p:cNvPr id="1026" name="Picture 2" descr="Ilustración de mapa 3d de Argentina 12046671 PNG">
            <a:extLst>
              <a:ext uri="{FF2B5EF4-FFF2-40B4-BE49-F238E27FC236}">
                <a16:creationId xmlns:a16="http://schemas.microsoft.com/office/drawing/2014/main" id="{CE988ACE-FAC0-62FF-D392-A654986F167C}"/>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30550" r="32833"/>
          <a:stretch>
            <a:fillRect/>
          </a:stretch>
        </p:blipFill>
        <p:spPr bwMode="auto">
          <a:xfrm>
            <a:off x="18500189" y="3299277"/>
            <a:ext cx="4968774" cy="9046187"/>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5FD0B888-32A5-6F71-7AE3-F712F1F68050}"/>
              </a:ext>
            </a:extLst>
          </p:cNvPr>
          <p:cNvSpPr/>
          <p:nvPr/>
        </p:nvSpPr>
        <p:spPr>
          <a:xfrm>
            <a:off x="20802885" y="9261709"/>
            <a:ext cx="2572547" cy="849411"/>
          </a:xfrm>
          <a:prstGeom prst="rect">
            <a:avLst/>
          </a:prstGeom>
          <a:solidFill>
            <a:srgbClr val="FDFCF9"/>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6" name="Estrella: 5 puntas 15">
            <a:extLst>
              <a:ext uri="{FF2B5EF4-FFF2-40B4-BE49-F238E27FC236}">
                <a16:creationId xmlns:a16="http://schemas.microsoft.com/office/drawing/2014/main" id="{A023DC1F-FC74-C7A4-DC90-3965BA892EAA}"/>
              </a:ext>
            </a:extLst>
          </p:cNvPr>
          <p:cNvSpPr/>
          <p:nvPr/>
        </p:nvSpPr>
        <p:spPr>
          <a:xfrm>
            <a:off x="21725979" y="6988649"/>
            <a:ext cx="740866" cy="740866"/>
          </a:xfrm>
          <a:prstGeom prst="star5">
            <a:avLst/>
          </a:prstGeom>
          <a:solidFill>
            <a:srgbClr val="33CDCD"/>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 Placeholder 4">
            <a:extLst>
              <a:ext uri="{FF2B5EF4-FFF2-40B4-BE49-F238E27FC236}">
                <a16:creationId xmlns:a16="http://schemas.microsoft.com/office/drawing/2014/main" id="{A71DE285-7A28-CF60-B1EB-6A7EB9ED4EE4}"/>
              </a:ext>
            </a:extLst>
          </p:cNvPr>
          <p:cNvSpPr txBox="1">
            <a:spLocks/>
          </p:cNvSpPr>
          <p:nvPr/>
        </p:nvSpPr>
        <p:spPr>
          <a:xfrm>
            <a:off x="21713626" y="7900588"/>
            <a:ext cx="1903617" cy="740866"/>
          </a:xfrm>
          <a:prstGeom prst="rect">
            <a:avLst/>
          </a:prstGeom>
        </p:spPr>
        <p:txBody>
          <a:bodyPr vert="horz" lIns="91440" tIns="45720" rIns="91440" bIns="45720" rtlCol="0">
            <a:normAutofit fontScale="55000" lnSpcReduction="20000"/>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s-AR" sz="2800" b="1" i="1" dirty="0">
                <a:solidFill>
                  <a:schemeClr val="tx1">
                    <a:lumMod val="95000"/>
                    <a:lumOff val="5000"/>
                  </a:schemeClr>
                </a:solidFill>
                <a:latin typeface="Segoe UI Variable Display Semib" pitchFamily="2" charset="0"/>
                <a:ea typeface="Segoe UI Black" panose="020B0A02040204020203" pitchFamily="34" charset="0"/>
                <a:cs typeface="Segoe UI" panose="020B0502040204020203" pitchFamily="34" charset="0"/>
              </a:rPr>
              <a:t>Necochea, Buenos Aires, Argentina</a:t>
            </a:r>
            <a:endParaRPr lang="en-US" sz="4000" b="1" i="1" dirty="0">
              <a:solidFill>
                <a:schemeClr val="tx1">
                  <a:lumMod val="95000"/>
                  <a:lumOff val="5000"/>
                </a:schemeClr>
              </a:solidFill>
              <a:latin typeface="Segoe UI Variable Display Semib" pitchFamily="2" charset="0"/>
              <a:ea typeface="Segoe UI Black" panose="020B0A02040204020203" pitchFamily="34" charset="0"/>
              <a:cs typeface="Segoe UI" panose="020B0502040204020203" pitchFamily="34" charset="0"/>
            </a:endParaRPr>
          </a:p>
        </p:txBody>
      </p:sp>
      <p:pic>
        <p:nvPicPr>
          <p:cNvPr id="52" name="Imagen 51">
            <a:extLst>
              <a:ext uri="{FF2B5EF4-FFF2-40B4-BE49-F238E27FC236}">
                <a16:creationId xmlns:a16="http://schemas.microsoft.com/office/drawing/2014/main" id="{23F92512-E1C6-9A64-C6FE-054A2E70E4AD}"/>
              </a:ext>
            </a:extLst>
          </p:cNvPr>
          <p:cNvPicPr>
            <a:picLocks noChangeAspect="1"/>
          </p:cNvPicPr>
          <p:nvPr/>
        </p:nvPicPr>
        <p:blipFill>
          <a:blip r:embed="rId8"/>
          <a:stretch>
            <a:fillRect/>
          </a:stretch>
        </p:blipFill>
        <p:spPr>
          <a:xfrm>
            <a:off x="9811923" y="1168787"/>
            <a:ext cx="1374271" cy="1374271"/>
          </a:xfrm>
          <a:prstGeom prst="rect">
            <a:avLst/>
          </a:prstGeom>
        </p:spPr>
      </p:pic>
      <p:pic>
        <p:nvPicPr>
          <p:cNvPr id="19" name="Imagen 18" descr="Icono  El contenido generado por IA puede ser incorrecto.">
            <a:extLst>
              <a:ext uri="{FF2B5EF4-FFF2-40B4-BE49-F238E27FC236}">
                <a16:creationId xmlns:a16="http://schemas.microsoft.com/office/drawing/2014/main" id="{61F64A04-C241-E711-5BC1-E29F87E76366}"/>
              </a:ext>
            </a:extLst>
          </p:cNvPr>
          <p:cNvPicPr>
            <a:picLocks noChangeAspect="1"/>
          </p:cNvPicPr>
          <p:nvPr/>
        </p:nvPicPr>
        <p:blipFill>
          <a:blip r:embed="rId9"/>
          <a:stretch>
            <a:fillRect/>
          </a:stretch>
        </p:blipFill>
        <p:spPr>
          <a:xfrm>
            <a:off x="22501351" y="6892752"/>
            <a:ext cx="874081" cy="874081"/>
          </a:xfrm>
          <a:prstGeom prst="rect">
            <a:avLst/>
          </a:prstGeom>
        </p:spPr>
      </p:pic>
    </p:spTree>
    <p:extLst>
      <p:ext uri="{BB962C8B-B14F-4D97-AF65-F5344CB8AC3E}">
        <p14:creationId xmlns:p14="http://schemas.microsoft.com/office/powerpoint/2010/main" val="2628049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500"/>
                                        <p:tgtEl>
                                          <p:spTgt spid="27"/>
                                        </p:tgtEl>
                                      </p:cBhvr>
                                    </p:animEffect>
                                  </p:childTnLst>
                                </p:cTn>
                              </p:par>
                              <p:par>
                                <p:cTn id="19" presetID="10" presetClass="entr" presetSubtype="0" fill="hold" nodeType="with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fade">
                                      <p:cBhvr>
                                        <p:cTn id="21" dur="500"/>
                                        <p:tgtEl>
                                          <p:spTgt spid="33"/>
                                        </p:tgtEl>
                                      </p:cBhvr>
                                    </p:animEffect>
                                  </p:childTnLst>
                                </p:cTn>
                              </p:par>
                              <p:par>
                                <p:cTn id="22" presetID="10" presetClass="entr" presetSubtype="0" fill="hold" nodeType="withEffect">
                                  <p:stCondLst>
                                    <p:cond delay="0"/>
                                  </p:stCondLst>
                                  <p:childTnLst>
                                    <p:set>
                                      <p:cBhvr>
                                        <p:cTn id="23" dur="1" fill="hold">
                                          <p:stCondLst>
                                            <p:cond delay="0"/>
                                          </p:stCondLst>
                                        </p:cTn>
                                        <p:tgtEl>
                                          <p:spTgt spid="1026"/>
                                        </p:tgtEl>
                                        <p:attrNameLst>
                                          <p:attrName>style.visibility</p:attrName>
                                        </p:attrNameLst>
                                      </p:cBhvr>
                                      <p:to>
                                        <p:strVal val="visible"/>
                                      </p:to>
                                    </p:set>
                                    <p:animEffect transition="in" filter="fade">
                                      <p:cBhvr>
                                        <p:cTn id="24" dur="500"/>
                                        <p:tgtEl>
                                          <p:spTgt spid="102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par>
                                <p:cTn id="36" presetID="10" presetClass="entr" presetSubtype="0" fill="hold"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500"/>
                                        <p:tgtEl>
                                          <p:spTgt spid="1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 grpId="0" animBg="1"/>
      <p:bldP spid="3" grpId="0"/>
      <p:bldP spid="4" grpId="0"/>
      <p:bldP spid="10" grpId="0" animBg="1"/>
      <p:bldP spid="13" grpId="0"/>
      <p:bldP spid="15" grpId="0" animBg="1"/>
      <p:bldP spid="16" grpId="0" animBg="1"/>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D04AE-663B-ACEE-DEDB-16CA36E3A28A}"/>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BF755296-4DFD-14E2-ABF3-CA86236A25CF}"/>
              </a:ext>
            </a:extLst>
          </p:cNvPr>
          <p:cNvSpPr/>
          <p:nvPr/>
        </p:nvSpPr>
        <p:spPr>
          <a:xfrm flipH="1">
            <a:off x="-1" y="1116893"/>
            <a:ext cx="24382410" cy="11191360"/>
          </a:xfrm>
          <a:prstGeom prst="rect">
            <a:avLst/>
          </a:prstGeom>
          <a:solidFill>
            <a:srgbClr val="FDF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R"/>
          </a:p>
        </p:txBody>
      </p:sp>
      <p:pic>
        <p:nvPicPr>
          <p:cNvPr id="10" name="Picture 2">
            <a:extLst>
              <a:ext uri="{FF2B5EF4-FFF2-40B4-BE49-F238E27FC236}">
                <a16:creationId xmlns:a16="http://schemas.microsoft.com/office/drawing/2014/main" id="{105A1993-C586-F1D3-E152-1091C900E8A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2708" t="51205"/>
          <a:stretch>
            <a:fillRect/>
          </a:stretch>
        </p:blipFill>
        <p:spPr bwMode="auto">
          <a:xfrm>
            <a:off x="13090353" y="6397725"/>
            <a:ext cx="11292056" cy="5409456"/>
          </a:xfrm>
          <a:prstGeom prst="round2Diag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EC4773EB-6FE9-A911-E634-D4340B176B2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2708" b="51205"/>
          <a:stretch>
            <a:fillRect/>
          </a:stretch>
        </p:blipFill>
        <p:spPr bwMode="auto">
          <a:xfrm>
            <a:off x="13090357" y="718682"/>
            <a:ext cx="11292056" cy="5409456"/>
          </a:xfrm>
          <a:prstGeom prst="round2Diag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E99B03FF-3942-2E61-16DA-44C2EAA4901E}"/>
              </a:ext>
            </a:extLst>
          </p:cNvPr>
          <p:cNvSpPr/>
          <p:nvPr/>
        </p:nvSpPr>
        <p:spPr>
          <a:xfrm>
            <a:off x="-1" y="0"/>
            <a:ext cx="24382413" cy="276445"/>
          </a:xfrm>
          <a:prstGeom prst="rect">
            <a:avLst/>
          </a:prstGeom>
          <a:solidFill>
            <a:srgbClr val="83E2F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sp>
        <p:nvSpPr>
          <p:cNvPr id="7" name="Rectangle 6">
            <a:extLst>
              <a:ext uri="{FF2B5EF4-FFF2-40B4-BE49-F238E27FC236}">
                <a16:creationId xmlns:a16="http://schemas.microsoft.com/office/drawing/2014/main" id="{9F7E2EA5-B431-9878-A04D-9B267F08F6EB}"/>
              </a:ext>
            </a:extLst>
          </p:cNvPr>
          <p:cNvSpPr/>
          <p:nvPr/>
        </p:nvSpPr>
        <p:spPr>
          <a:xfrm>
            <a:off x="0" y="12310231"/>
            <a:ext cx="24382413" cy="1405770"/>
          </a:xfrm>
          <a:prstGeom prst="rect">
            <a:avLst/>
          </a:prstGeom>
          <a:solidFill>
            <a:srgbClr val="74ADF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pic>
        <p:nvPicPr>
          <p:cNvPr id="11" name="Imagen 10" descr="Icono  El contenido generado por IA puede ser incorrecto.">
            <a:extLst>
              <a:ext uri="{FF2B5EF4-FFF2-40B4-BE49-F238E27FC236}">
                <a16:creationId xmlns:a16="http://schemas.microsoft.com/office/drawing/2014/main" id="{F9D28D01-A99B-DC13-E542-43940064CEBD}"/>
              </a:ext>
            </a:extLst>
          </p:cNvPr>
          <p:cNvPicPr>
            <a:picLocks noChangeAspect="1"/>
          </p:cNvPicPr>
          <p:nvPr/>
        </p:nvPicPr>
        <p:blipFill>
          <a:blip r:embed="rId3">
            <a:lum bright="70000" contrast="-70000"/>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23149564" y="12427151"/>
            <a:ext cx="979800" cy="979800"/>
          </a:xfrm>
          <a:prstGeom prst="rect">
            <a:avLst/>
          </a:prstGeom>
        </p:spPr>
      </p:pic>
      <p:sp>
        <p:nvSpPr>
          <p:cNvPr id="2" name="Title 3">
            <a:extLst>
              <a:ext uri="{FF2B5EF4-FFF2-40B4-BE49-F238E27FC236}">
                <a16:creationId xmlns:a16="http://schemas.microsoft.com/office/drawing/2014/main" id="{7F183FBD-A85F-1701-8CB5-69575BADA4D7}"/>
              </a:ext>
            </a:extLst>
          </p:cNvPr>
          <p:cNvSpPr txBox="1">
            <a:spLocks/>
          </p:cNvSpPr>
          <p:nvPr/>
        </p:nvSpPr>
        <p:spPr>
          <a:xfrm>
            <a:off x="459551" y="12503351"/>
            <a:ext cx="18256465" cy="1292659"/>
          </a:xfrm>
          <a:prstGeom prst="rect">
            <a:avLst/>
          </a:prstGeom>
        </p:spPr>
        <p:txBody>
          <a:bodyPr/>
          <a:lstStyle>
            <a:lvl1pPr algn="l" defTabSz="1828709" rtl="0" eaLnBrk="1" latinLnBrk="0" hangingPunct="1">
              <a:lnSpc>
                <a:spcPct val="97000"/>
              </a:lnSpc>
              <a:spcBef>
                <a:spcPct val="0"/>
              </a:spcBef>
              <a:buNone/>
              <a:defRPr sz="4800" b="0" i="0" kern="1200" cap="all" spc="-50" baseline="0">
                <a:solidFill>
                  <a:schemeClr val="tx1"/>
                </a:solidFill>
                <a:latin typeface="+mj-lt"/>
                <a:ea typeface="+mj-ea"/>
                <a:cs typeface="Toyota Type" panose="020B0502020202020204" pitchFamily="34" charset="0"/>
              </a:defRPr>
            </a:lvl1pPr>
          </a:lstStyle>
          <a:p>
            <a:r>
              <a:rPr lang="en-GB" spc="600" dirty="0">
                <a:solidFill>
                  <a:srgbClr val="FFFFFF"/>
                </a:solidFill>
                <a:latin typeface="Segoe UI Variable Small Semibol" pitchFamily="2" charset="0"/>
                <a:ea typeface="Segoe UI Emoji" panose="020B0502040204020203" pitchFamily="34" charset="0"/>
                <a:cs typeface="Toyota Type Semibold" panose="020B0702020202020204" pitchFamily="34" charset="0"/>
              </a:rPr>
              <a:t>|| 2. WIND FARM CHARACTERISTICS</a:t>
            </a:r>
          </a:p>
        </p:txBody>
      </p:sp>
      <p:sp>
        <p:nvSpPr>
          <p:cNvPr id="3" name="Rectángulo 2">
            <a:extLst>
              <a:ext uri="{FF2B5EF4-FFF2-40B4-BE49-F238E27FC236}">
                <a16:creationId xmlns:a16="http://schemas.microsoft.com/office/drawing/2014/main" id="{2FEE6124-AE89-8541-0203-D319DCDF1CCF}"/>
              </a:ext>
            </a:extLst>
          </p:cNvPr>
          <p:cNvSpPr/>
          <p:nvPr/>
        </p:nvSpPr>
        <p:spPr>
          <a:xfrm>
            <a:off x="6400800" y="6397725"/>
            <a:ext cx="17981609" cy="5409456"/>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23" name="Imagen 22" descr="Icono  El contenido generado por IA puede ser incorrecto.">
            <a:extLst>
              <a:ext uri="{FF2B5EF4-FFF2-40B4-BE49-F238E27FC236}">
                <a16:creationId xmlns:a16="http://schemas.microsoft.com/office/drawing/2014/main" id="{D9F36006-5D52-AF3C-275C-65BA4D2DE9DE}"/>
              </a:ext>
            </a:extLst>
          </p:cNvPr>
          <p:cNvPicPr>
            <a:picLocks noChangeAspect="1"/>
          </p:cNvPicPr>
          <p:nvPr/>
        </p:nvPicPr>
        <p:blipFill>
          <a:blip r:embed="rId5">
            <a:biLevel thresh="25000"/>
            <a:alphaModFix amt="76000"/>
          </a:blip>
          <a:stretch>
            <a:fillRect/>
          </a:stretch>
        </p:blipFill>
        <p:spPr>
          <a:xfrm>
            <a:off x="17838145" y="1719374"/>
            <a:ext cx="1191251" cy="1191251"/>
          </a:xfrm>
          <a:prstGeom prst="rect">
            <a:avLst/>
          </a:prstGeom>
        </p:spPr>
      </p:pic>
      <p:pic>
        <p:nvPicPr>
          <p:cNvPr id="25" name="Imagen 24" descr="Icono  El contenido generado por IA puede ser incorrecto.">
            <a:extLst>
              <a:ext uri="{FF2B5EF4-FFF2-40B4-BE49-F238E27FC236}">
                <a16:creationId xmlns:a16="http://schemas.microsoft.com/office/drawing/2014/main" id="{21AA725A-1561-3C7C-45D8-2F072D867CF4}"/>
              </a:ext>
            </a:extLst>
          </p:cNvPr>
          <p:cNvPicPr>
            <a:picLocks noChangeAspect="1"/>
          </p:cNvPicPr>
          <p:nvPr/>
        </p:nvPicPr>
        <p:blipFill>
          <a:blip r:embed="rId5">
            <a:alphaModFix/>
            <a:biLevel thresh="25000"/>
          </a:blip>
          <a:stretch>
            <a:fillRect/>
          </a:stretch>
        </p:blipFill>
        <p:spPr>
          <a:xfrm flipH="1">
            <a:off x="13663934" y="3761761"/>
            <a:ext cx="812658" cy="812658"/>
          </a:xfrm>
          <a:prstGeom prst="rect">
            <a:avLst/>
          </a:prstGeom>
        </p:spPr>
      </p:pic>
      <p:grpSp>
        <p:nvGrpSpPr>
          <p:cNvPr id="47" name="Grupo 46">
            <a:extLst>
              <a:ext uri="{FF2B5EF4-FFF2-40B4-BE49-F238E27FC236}">
                <a16:creationId xmlns:a16="http://schemas.microsoft.com/office/drawing/2014/main" id="{7E4AAA47-BD07-EE53-F57B-E617FF5F9C50}"/>
              </a:ext>
            </a:extLst>
          </p:cNvPr>
          <p:cNvGrpSpPr/>
          <p:nvPr/>
        </p:nvGrpSpPr>
        <p:grpSpPr>
          <a:xfrm>
            <a:off x="1116923" y="882887"/>
            <a:ext cx="11334275" cy="4949933"/>
            <a:chOff x="1116923" y="882887"/>
            <a:chExt cx="11334275" cy="4949933"/>
          </a:xfrm>
        </p:grpSpPr>
        <p:sp>
          <p:nvSpPr>
            <p:cNvPr id="5" name="Rectángulo: esquinas diagonales redondeadas 4">
              <a:extLst>
                <a:ext uri="{FF2B5EF4-FFF2-40B4-BE49-F238E27FC236}">
                  <a16:creationId xmlns:a16="http://schemas.microsoft.com/office/drawing/2014/main" id="{6B71E2A7-2B7D-4D98-BE7D-5BC84B8A4378}"/>
                </a:ext>
              </a:extLst>
            </p:cNvPr>
            <p:cNvSpPr>
              <a:spLocks/>
            </p:cNvSpPr>
            <p:nvPr/>
          </p:nvSpPr>
          <p:spPr>
            <a:xfrm>
              <a:off x="1116928" y="882887"/>
              <a:ext cx="11292056" cy="4949933"/>
            </a:xfrm>
            <a:prstGeom prst="round2DiagRect">
              <a:avLst/>
            </a:prstGeom>
            <a:solidFill>
              <a:srgbClr val="00B0F0"/>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ángulo: esquinas diagonales redondeadas 5">
              <a:extLst>
                <a:ext uri="{FF2B5EF4-FFF2-40B4-BE49-F238E27FC236}">
                  <a16:creationId xmlns:a16="http://schemas.microsoft.com/office/drawing/2014/main" id="{E5EC9C11-9AEA-2530-6786-0FC052C55242}"/>
                </a:ext>
              </a:extLst>
            </p:cNvPr>
            <p:cNvSpPr>
              <a:spLocks/>
            </p:cNvSpPr>
            <p:nvPr/>
          </p:nvSpPr>
          <p:spPr>
            <a:xfrm>
              <a:off x="1538603" y="2219394"/>
              <a:ext cx="10462668" cy="3147150"/>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1200"/>
                </a:spcBef>
              </a:pPr>
              <a:endParaRPr lang="en-US" sz="4000" i="1" dirty="0">
                <a:solidFill>
                  <a:schemeClr val="tx1">
                    <a:lumMod val="95000"/>
                    <a:lumOff val="5000"/>
                  </a:schemeClr>
                </a:solidFill>
                <a:latin typeface="Segoe UI" panose="020B0502040204020203" pitchFamily="34" charset="0"/>
                <a:ea typeface="Segoe UI Emoji" panose="020B0502040204020203" pitchFamily="34" charset="0"/>
                <a:cs typeface="Segoe UI" panose="020B0502040204020203" pitchFamily="34" charset="0"/>
              </a:endParaRPr>
            </a:p>
          </p:txBody>
        </p:sp>
        <p:sp>
          <p:nvSpPr>
            <p:cNvPr id="8" name="CuadroTexto 7">
              <a:extLst>
                <a:ext uri="{FF2B5EF4-FFF2-40B4-BE49-F238E27FC236}">
                  <a16:creationId xmlns:a16="http://schemas.microsoft.com/office/drawing/2014/main" id="{7CD1F006-D3B6-608B-DEA5-F7AF707CBD8F}"/>
                </a:ext>
              </a:extLst>
            </p:cNvPr>
            <p:cNvSpPr txBox="1"/>
            <p:nvPr/>
          </p:nvSpPr>
          <p:spPr>
            <a:xfrm>
              <a:off x="1116923" y="987374"/>
              <a:ext cx="11334275" cy="1015663"/>
            </a:xfrm>
            <a:prstGeom prst="rect">
              <a:avLst/>
            </a:prstGeom>
            <a:noFill/>
          </p:spPr>
          <p:txBody>
            <a:bodyPr wrap="square" rtlCol="0">
              <a:spAutoFit/>
            </a:bodyPr>
            <a:lstStyle/>
            <a:p>
              <a:pPr algn="ctr"/>
              <a:r>
                <a:rPr lang="es-AR" sz="5800" b="1" spc="600" dirty="0">
                  <a:solidFill>
                    <a:schemeClr val="bg1"/>
                  </a:solidFill>
                  <a:latin typeface="Segoe UI Variable Display Light" pitchFamily="2" charset="0"/>
                </a:rPr>
                <a:t>Installed Turbines</a:t>
              </a:r>
              <a:endParaRPr lang="en-US" sz="5800" b="1" spc="600" dirty="0">
                <a:solidFill>
                  <a:schemeClr val="bg1"/>
                </a:solidFill>
                <a:latin typeface="Segoe UI Variable Display Light" pitchFamily="2" charset="0"/>
              </a:endParaRPr>
            </a:p>
          </p:txBody>
        </p:sp>
        <p:pic>
          <p:nvPicPr>
            <p:cNvPr id="18" name="Imagen 17" descr="Vestas V100-2.0 - 2,00 MW - Wind turbine">
              <a:extLst>
                <a:ext uri="{FF2B5EF4-FFF2-40B4-BE49-F238E27FC236}">
                  <a16:creationId xmlns:a16="http://schemas.microsoft.com/office/drawing/2014/main" id="{103AA0BA-A884-B22A-9E89-DB731C6BBFC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466952" y="2949142"/>
              <a:ext cx="2616835" cy="1744345"/>
            </a:xfrm>
            <a:prstGeom prst="rect">
              <a:avLst/>
            </a:prstGeom>
            <a:noFill/>
            <a:ln>
              <a:noFill/>
            </a:ln>
          </p:spPr>
        </p:pic>
        <p:pic>
          <p:nvPicPr>
            <p:cNvPr id="22" name="Imagen 21" descr="Vestas V110-2.0 - 2,00 MW - Wind turbine">
              <a:extLst>
                <a:ext uri="{FF2B5EF4-FFF2-40B4-BE49-F238E27FC236}">
                  <a16:creationId xmlns:a16="http://schemas.microsoft.com/office/drawing/2014/main" id="{89A0AC9B-481C-1D53-2ECE-7A1034A0A247}"/>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5450929" y="2949142"/>
              <a:ext cx="2616835" cy="1744345"/>
            </a:xfrm>
            <a:prstGeom prst="rect">
              <a:avLst/>
            </a:prstGeom>
            <a:noFill/>
            <a:ln>
              <a:noFill/>
            </a:ln>
          </p:spPr>
        </p:pic>
        <p:pic>
          <p:nvPicPr>
            <p:cNvPr id="24" name="Imagen 23" descr="General Electric – 2.5 MW Series - ESIG">
              <a:extLst>
                <a:ext uri="{FF2B5EF4-FFF2-40B4-BE49-F238E27FC236}">
                  <a16:creationId xmlns:a16="http://schemas.microsoft.com/office/drawing/2014/main" id="{EF9FF6E0-89B0-A06A-2EC4-ACE0FEE191FD}"/>
                </a:ext>
              </a:extLst>
            </p:cNvPr>
            <p:cNvPicPr>
              <a:picLocks noChangeAspect="1"/>
            </p:cNvPicPr>
            <p:nvPr/>
          </p:nvPicPr>
          <p:blipFill>
            <a:blip r:embed="rId8">
              <a:extLst>
                <a:ext uri="{28A0092B-C50C-407E-A947-70E740481C1C}">
                  <a14:useLocalDpi xmlns:a14="http://schemas.microsoft.com/office/drawing/2010/main" val="0"/>
                </a:ext>
              </a:extLst>
            </a:blip>
            <a:srcRect b="12348"/>
            <a:stretch>
              <a:fillRect/>
            </a:stretch>
          </p:blipFill>
          <p:spPr bwMode="auto">
            <a:xfrm>
              <a:off x="8449617" y="2949142"/>
              <a:ext cx="2652395" cy="1744345"/>
            </a:xfrm>
            <a:prstGeom prst="rect">
              <a:avLst/>
            </a:prstGeom>
            <a:noFill/>
            <a:ln>
              <a:noFill/>
            </a:ln>
          </p:spPr>
        </p:pic>
        <p:sp>
          <p:nvSpPr>
            <p:cNvPr id="26" name="CuadroTexto 25">
              <a:extLst>
                <a:ext uri="{FF2B5EF4-FFF2-40B4-BE49-F238E27FC236}">
                  <a16:creationId xmlns:a16="http://schemas.microsoft.com/office/drawing/2014/main" id="{27DF819F-C755-B386-1D19-ACDD18A1C68A}"/>
                </a:ext>
              </a:extLst>
            </p:cNvPr>
            <p:cNvSpPr txBox="1"/>
            <p:nvPr/>
          </p:nvSpPr>
          <p:spPr>
            <a:xfrm>
              <a:off x="2466952" y="4800783"/>
              <a:ext cx="2616835" cy="646331"/>
            </a:xfrm>
            <a:prstGeom prst="rect">
              <a:avLst/>
            </a:prstGeom>
            <a:noFill/>
          </p:spPr>
          <p:txBody>
            <a:bodyPr wrap="square" rtlCol="0">
              <a:spAutoFit/>
            </a:bodyPr>
            <a:lstStyle/>
            <a:p>
              <a:pPr algn="ctr"/>
              <a:r>
                <a:rPr lang="en-US" i="1" dirty="0">
                  <a:latin typeface="Segoe UI" panose="020B0502040204020203" pitchFamily="34" charset="0"/>
                  <a:cs typeface="Segoe UI" panose="020B0502040204020203" pitchFamily="34" charset="0"/>
                </a:rPr>
                <a:t>Vestas  V100</a:t>
              </a:r>
            </a:p>
            <a:p>
              <a:endParaRPr lang="en-US" dirty="0"/>
            </a:p>
          </p:txBody>
        </p:sp>
        <p:sp>
          <p:nvSpPr>
            <p:cNvPr id="27" name="CuadroTexto 26">
              <a:extLst>
                <a:ext uri="{FF2B5EF4-FFF2-40B4-BE49-F238E27FC236}">
                  <a16:creationId xmlns:a16="http://schemas.microsoft.com/office/drawing/2014/main" id="{4D349C9F-84B7-FC44-A202-56B1FE912ABD}"/>
                </a:ext>
              </a:extLst>
            </p:cNvPr>
            <p:cNvSpPr txBox="1"/>
            <p:nvPr/>
          </p:nvSpPr>
          <p:spPr>
            <a:xfrm>
              <a:off x="5386921" y="4800783"/>
              <a:ext cx="2729038" cy="646331"/>
            </a:xfrm>
            <a:prstGeom prst="rect">
              <a:avLst/>
            </a:prstGeom>
            <a:noFill/>
          </p:spPr>
          <p:txBody>
            <a:bodyPr wrap="square" rtlCol="0">
              <a:spAutoFit/>
            </a:bodyPr>
            <a:lstStyle/>
            <a:p>
              <a:pPr algn="ctr"/>
              <a:r>
                <a:rPr lang="en-US" i="1" dirty="0">
                  <a:latin typeface="Segoe UI" panose="020B0502040204020203" pitchFamily="34" charset="0"/>
                  <a:cs typeface="Segoe UI" panose="020B0502040204020203" pitchFamily="34" charset="0"/>
                </a:rPr>
                <a:t> Vestas  V110</a:t>
              </a:r>
            </a:p>
            <a:p>
              <a:pPr algn="ctr"/>
              <a:endParaRPr lang="en-US" dirty="0"/>
            </a:p>
          </p:txBody>
        </p:sp>
        <p:sp>
          <p:nvSpPr>
            <p:cNvPr id="28" name="CuadroTexto 27">
              <a:extLst>
                <a:ext uri="{FF2B5EF4-FFF2-40B4-BE49-F238E27FC236}">
                  <a16:creationId xmlns:a16="http://schemas.microsoft.com/office/drawing/2014/main" id="{672AABEB-B99B-FC13-8EA9-D07A5CF850C8}"/>
                </a:ext>
              </a:extLst>
            </p:cNvPr>
            <p:cNvSpPr txBox="1"/>
            <p:nvPr/>
          </p:nvSpPr>
          <p:spPr>
            <a:xfrm>
              <a:off x="8449617" y="4800783"/>
              <a:ext cx="2652395" cy="646331"/>
            </a:xfrm>
            <a:prstGeom prst="rect">
              <a:avLst/>
            </a:prstGeom>
            <a:noFill/>
          </p:spPr>
          <p:txBody>
            <a:bodyPr wrap="square" rtlCol="0">
              <a:spAutoFit/>
            </a:bodyPr>
            <a:lstStyle/>
            <a:p>
              <a:pPr algn="ctr"/>
              <a:r>
                <a:rPr lang="en-US" i="1" dirty="0">
                  <a:latin typeface="Segoe UI" panose="020B0502040204020203" pitchFamily="34" charset="0"/>
                  <a:cs typeface="Segoe UI" panose="020B0502040204020203" pitchFamily="34" charset="0"/>
                </a:rPr>
                <a:t>GE 2.5-116</a:t>
              </a:r>
            </a:p>
            <a:p>
              <a:pPr algn="ctr"/>
              <a:endParaRPr lang="en-US" dirty="0"/>
            </a:p>
          </p:txBody>
        </p:sp>
        <p:sp>
          <p:nvSpPr>
            <p:cNvPr id="29" name="Text Placeholder 4">
              <a:extLst>
                <a:ext uri="{FF2B5EF4-FFF2-40B4-BE49-F238E27FC236}">
                  <a16:creationId xmlns:a16="http://schemas.microsoft.com/office/drawing/2014/main" id="{F63E4D71-8A1A-4FDC-7A8C-3DF9EB7C63A9}"/>
                </a:ext>
              </a:extLst>
            </p:cNvPr>
            <p:cNvSpPr txBox="1">
              <a:spLocks/>
            </p:cNvSpPr>
            <p:nvPr/>
          </p:nvSpPr>
          <p:spPr>
            <a:xfrm>
              <a:off x="3165514" y="2304845"/>
              <a:ext cx="1482909" cy="651198"/>
            </a:xfrm>
            <a:prstGeom prst="rect">
              <a:avLst/>
            </a:prstGeom>
          </p:spPr>
          <p:txBody>
            <a:bodyPr vert="horz" lIns="91440" tIns="45720" rIns="91440" bIns="45720" rtlCol="0">
              <a:normAutofit fontScale="40000" lnSpcReduction="20000"/>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lnSpc>
                  <a:spcPct val="150000"/>
                </a:lnSpc>
                <a:spcBef>
                  <a:spcPts val="1200"/>
                </a:spcBef>
              </a:pPr>
              <a:r>
                <a:rPr lang="es-AR" sz="7200" dirty="0">
                  <a:solidFill>
                    <a:schemeClr val="tx2"/>
                  </a:solidFill>
                  <a:latin typeface="72 Black" panose="020B0A04030603020204" pitchFamily="34" charset="0"/>
                  <a:ea typeface="Segoe UI Emoji" panose="020B0502040204020203" pitchFamily="34" charset="0"/>
                  <a:cs typeface="72 Black" panose="020B0A04030603020204" pitchFamily="34" charset="0"/>
                </a:rPr>
                <a:t>2023</a:t>
              </a:r>
              <a:endParaRPr lang="en-US" sz="7200" dirty="0">
                <a:solidFill>
                  <a:schemeClr val="tx2"/>
                </a:solidFill>
                <a:latin typeface="72 Black" panose="020B0A04030603020204" pitchFamily="34" charset="0"/>
                <a:ea typeface="Segoe UI Emoji" panose="020B0502040204020203" pitchFamily="34" charset="0"/>
                <a:cs typeface="72 Black" panose="020B0A04030603020204" pitchFamily="34" charset="0"/>
              </a:endParaRPr>
            </a:p>
          </p:txBody>
        </p:sp>
        <p:sp>
          <p:nvSpPr>
            <p:cNvPr id="30" name="Text Placeholder 4">
              <a:extLst>
                <a:ext uri="{FF2B5EF4-FFF2-40B4-BE49-F238E27FC236}">
                  <a16:creationId xmlns:a16="http://schemas.microsoft.com/office/drawing/2014/main" id="{E7DB4CE2-958C-442D-8CBE-6CB7463F3B26}"/>
                </a:ext>
              </a:extLst>
            </p:cNvPr>
            <p:cNvSpPr txBox="1">
              <a:spLocks/>
            </p:cNvSpPr>
            <p:nvPr/>
          </p:nvSpPr>
          <p:spPr>
            <a:xfrm>
              <a:off x="6184087" y="2282196"/>
              <a:ext cx="1482909" cy="651198"/>
            </a:xfrm>
            <a:prstGeom prst="rect">
              <a:avLst/>
            </a:prstGeom>
          </p:spPr>
          <p:txBody>
            <a:bodyPr vert="horz" lIns="91440" tIns="45720" rIns="91440" bIns="45720" rtlCol="0">
              <a:normAutofit fontScale="40000" lnSpcReduction="20000"/>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lnSpc>
                  <a:spcPct val="150000"/>
                </a:lnSpc>
                <a:spcBef>
                  <a:spcPts val="1200"/>
                </a:spcBef>
              </a:pPr>
              <a:r>
                <a:rPr lang="es-AR" sz="7200" dirty="0">
                  <a:solidFill>
                    <a:schemeClr val="tx2"/>
                  </a:solidFill>
                  <a:latin typeface="72 Black" panose="020B0A04030603020204" pitchFamily="34" charset="0"/>
                  <a:ea typeface="Segoe UI Emoji" panose="020B0502040204020203" pitchFamily="34" charset="0"/>
                  <a:cs typeface="72 Black" panose="020B0A04030603020204" pitchFamily="34" charset="0"/>
                </a:rPr>
                <a:t>2024</a:t>
              </a:r>
              <a:endParaRPr lang="en-US" sz="7200" dirty="0">
                <a:solidFill>
                  <a:schemeClr val="tx2"/>
                </a:solidFill>
                <a:latin typeface="72 Black" panose="020B0A04030603020204" pitchFamily="34" charset="0"/>
                <a:ea typeface="Segoe UI Emoji" panose="020B0502040204020203" pitchFamily="34" charset="0"/>
                <a:cs typeface="72 Black" panose="020B0A04030603020204" pitchFamily="34" charset="0"/>
              </a:endParaRPr>
            </a:p>
          </p:txBody>
        </p:sp>
        <p:sp>
          <p:nvSpPr>
            <p:cNvPr id="32" name="Text Placeholder 4">
              <a:extLst>
                <a:ext uri="{FF2B5EF4-FFF2-40B4-BE49-F238E27FC236}">
                  <a16:creationId xmlns:a16="http://schemas.microsoft.com/office/drawing/2014/main" id="{F5EC3160-8248-CACB-AFDE-81EC12F365FD}"/>
                </a:ext>
              </a:extLst>
            </p:cNvPr>
            <p:cNvSpPr txBox="1">
              <a:spLocks/>
            </p:cNvSpPr>
            <p:nvPr/>
          </p:nvSpPr>
          <p:spPr>
            <a:xfrm>
              <a:off x="9142765" y="2281562"/>
              <a:ext cx="1482909" cy="651198"/>
            </a:xfrm>
            <a:prstGeom prst="rect">
              <a:avLst/>
            </a:prstGeom>
          </p:spPr>
          <p:txBody>
            <a:bodyPr vert="horz" lIns="91440" tIns="45720" rIns="91440" bIns="45720" rtlCol="0">
              <a:normAutofit fontScale="40000" lnSpcReduction="20000"/>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lnSpc>
                  <a:spcPct val="150000"/>
                </a:lnSpc>
                <a:spcBef>
                  <a:spcPts val="1200"/>
                </a:spcBef>
              </a:pPr>
              <a:r>
                <a:rPr lang="es-AR" sz="7200" dirty="0">
                  <a:solidFill>
                    <a:schemeClr val="tx2"/>
                  </a:solidFill>
                  <a:latin typeface="72 Black" panose="020B0A04030603020204" pitchFamily="34" charset="0"/>
                  <a:ea typeface="Segoe UI Emoji" panose="020B0502040204020203" pitchFamily="34" charset="0"/>
                  <a:cs typeface="72 Black" panose="020B0A04030603020204" pitchFamily="34" charset="0"/>
                </a:rPr>
                <a:t>2025</a:t>
              </a:r>
              <a:endParaRPr lang="en-US" sz="7200" dirty="0">
                <a:solidFill>
                  <a:schemeClr val="tx2"/>
                </a:solidFill>
                <a:latin typeface="72 Black" panose="020B0A04030603020204" pitchFamily="34" charset="0"/>
                <a:ea typeface="Segoe UI Emoji" panose="020B0502040204020203" pitchFamily="34" charset="0"/>
                <a:cs typeface="72 Black" panose="020B0A04030603020204" pitchFamily="34" charset="0"/>
              </a:endParaRPr>
            </a:p>
          </p:txBody>
        </p:sp>
      </p:grpSp>
      <p:grpSp>
        <p:nvGrpSpPr>
          <p:cNvPr id="43" name="Grupo 42">
            <a:extLst>
              <a:ext uri="{FF2B5EF4-FFF2-40B4-BE49-F238E27FC236}">
                <a16:creationId xmlns:a16="http://schemas.microsoft.com/office/drawing/2014/main" id="{1AEF3C77-8133-DA3D-6F1D-CF12557CFABC}"/>
              </a:ext>
            </a:extLst>
          </p:cNvPr>
          <p:cNvGrpSpPr/>
          <p:nvPr/>
        </p:nvGrpSpPr>
        <p:grpSpPr>
          <a:xfrm>
            <a:off x="17603142" y="2340646"/>
            <a:ext cx="6308423" cy="3517404"/>
            <a:chOff x="17603142" y="2340646"/>
            <a:chExt cx="6308423" cy="3517404"/>
          </a:xfrm>
        </p:grpSpPr>
        <p:sp>
          <p:nvSpPr>
            <p:cNvPr id="42" name="Rectángulo: esquinas diagonales redondeadas 41">
              <a:extLst>
                <a:ext uri="{FF2B5EF4-FFF2-40B4-BE49-F238E27FC236}">
                  <a16:creationId xmlns:a16="http://schemas.microsoft.com/office/drawing/2014/main" id="{B6494D52-29A3-9BBB-A73A-99C45AC23715}"/>
                </a:ext>
              </a:extLst>
            </p:cNvPr>
            <p:cNvSpPr>
              <a:spLocks/>
            </p:cNvSpPr>
            <p:nvPr/>
          </p:nvSpPr>
          <p:spPr>
            <a:xfrm>
              <a:off x="17603142" y="2340646"/>
              <a:ext cx="6308423" cy="2992070"/>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1200"/>
                </a:spcBef>
              </a:pPr>
              <a:endParaRPr lang="en-US" sz="4000" i="1" dirty="0">
                <a:solidFill>
                  <a:schemeClr val="tx1">
                    <a:lumMod val="95000"/>
                    <a:lumOff val="5000"/>
                  </a:schemeClr>
                </a:solidFill>
                <a:latin typeface="Segoe UI" panose="020B0502040204020203" pitchFamily="34" charset="0"/>
                <a:ea typeface="Segoe UI Emoji" panose="020B0502040204020203" pitchFamily="34" charset="0"/>
                <a:cs typeface="Segoe UI" panose="020B0502040204020203" pitchFamily="34" charset="0"/>
              </a:endParaRPr>
            </a:p>
          </p:txBody>
        </p:sp>
        <p:sp>
          <p:nvSpPr>
            <p:cNvPr id="37" name="Text Placeholder 4">
              <a:extLst>
                <a:ext uri="{FF2B5EF4-FFF2-40B4-BE49-F238E27FC236}">
                  <a16:creationId xmlns:a16="http://schemas.microsoft.com/office/drawing/2014/main" id="{2DBB4980-9105-1702-207E-27F3B8EB721A}"/>
                </a:ext>
              </a:extLst>
            </p:cNvPr>
            <p:cNvSpPr txBox="1">
              <a:spLocks/>
            </p:cNvSpPr>
            <p:nvPr/>
          </p:nvSpPr>
          <p:spPr>
            <a:xfrm>
              <a:off x="17938629" y="2865980"/>
              <a:ext cx="5766295" cy="2992070"/>
            </a:xfrm>
            <a:prstGeom prst="rect">
              <a:avLst/>
            </a:prstGeom>
          </p:spPr>
          <p:txBody>
            <a:bodyPr vert="horz" wrap="square" lIns="91440" tIns="45720" rIns="91440" bIns="45720" rtlCol="0">
              <a:no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s-AR" sz="2000" b="1" dirty="0">
                  <a:latin typeface="Segoe UI" panose="020B0502040204020203" pitchFamily="34" charset="0"/>
                  <a:cs typeface="Segoe UI" panose="020B0502040204020203" pitchFamily="34" charset="0"/>
                </a:rPr>
                <a:t>AEROWIND</a:t>
              </a:r>
              <a:r>
                <a:rPr lang="es-AR" sz="2000" dirty="0">
                  <a:latin typeface="Segoe UI" panose="020B0502040204020203" pitchFamily="34" charset="0"/>
                  <a:cs typeface="Segoe UI" panose="020B0502040204020203" pitchFamily="34" charset="0"/>
                </a:rPr>
                <a:t> </a:t>
              </a:r>
              <a:r>
                <a:rPr lang="es-AR" sz="2000" dirty="0" err="1">
                  <a:latin typeface="Segoe UI" panose="020B0502040204020203" pitchFamily="34" charset="0"/>
                  <a:cs typeface="Segoe UI" panose="020B0502040204020203" pitchFamily="34" charset="0"/>
                </a:rPr>
                <a:t>lacks</a:t>
              </a:r>
              <a:r>
                <a:rPr lang="es-AR" sz="2000" dirty="0">
                  <a:latin typeface="Segoe UI" panose="020B0502040204020203" pitchFamily="34" charset="0"/>
                  <a:cs typeface="Segoe UI" panose="020B0502040204020203" pitchFamily="34" charset="0"/>
                </a:rPr>
                <a:t> </a:t>
              </a:r>
              <a:r>
                <a:rPr lang="es-AR" sz="2000" dirty="0" err="1">
                  <a:latin typeface="Segoe UI" panose="020B0502040204020203" pitchFamily="34" charset="0"/>
                  <a:cs typeface="Segoe UI" panose="020B0502040204020203" pitchFamily="34" charset="0"/>
                </a:rPr>
                <a:t>an</a:t>
              </a:r>
              <a:r>
                <a:rPr lang="es-AR" sz="2000" dirty="0">
                  <a:latin typeface="Segoe UI" panose="020B0502040204020203" pitchFamily="34" charset="0"/>
                  <a:cs typeface="Segoe UI" panose="020B0502040204020203" pitchFamily="34" charset="0"/>
                </a:rPr>
                <a:t> </a:t>
              </a:r>
              <a:r>
                <a:rPr lang="es-AR" sz="2000" dirty="0" err="1">
                  <a:latin typeface="Segoe UI" panose="020B0502040204020203" pitchFamily="34" charset="0"/>
                  <a:cs typeface="Segoe UI" panose="020B0502040204020203" pitchFamily="34" charset="0"/>
                </a:rPr>
                <a:t>integrated</a:t>
              </a:r>
              <a:r>
                <a:rPr lang="es-AR" sz="2000" dirty="0">
                  <a:latin typeface="Segoe UI" panose="020B0502040204020203" pitchFamily="34" charset="0"/>
                  <a:cs typeface="Segoe UI" panose="020B0502040204020203" pitchFamily="34" charset="0"/>
                </a:rPr>
                <a:t> </a:t>
              </a:r>
              <a:r>
                <a:rPr lang="es-AR" sz="2000" dirty="0" err="1">
                  <a:latin typeface="Segoe UI" panose="020B0502040204020203" pitchFamily="34" charset="0"/>
                  <a:cs typeface="Segoe UI" panose="020B0502040204020203" pitchFamily="34" charset="0"/>
                </a:rPr>
                <a:t>system</a:t>
              </a:r>
              <a:r>
                <a:rPr lang="es-AR" sz="2000" dirty="0">
                  <a:latin typeface="Segoe UI" panose="020B0502040204020203" pitchFamily="34" charset="0"/>
                  <a:cs typeface="Segoe UI" panose="020B0502040204020203" pitchFamily="34" charset="0"/>
                </a:rPr>
                <a:t> </a:t>
              </a:r>
              <a:r>
                <a:rPr lang="es-AR" sz="2000" dirty="0" err="1">
                  <a:latin typeface="Segoe UI" panose="020B0502040204020203" pitchFamily="34" charset="0"/>
                  <a:cs typeface="Segoe UI" panose="020B0502040204020203" pitchFamily="34" charset="0"/>
                </a:rPr>
                <a:t>to</a:t>
              </a:r>
              <a:r>
                <a:rPr lang="es-AR" sz="2000" dirty="0">
                  <a:latin typeface="Segoe UI" panose="020B0502040204020203" pitchFamily="34" charset="0"/>
                  <a:cs typeface="Segoe UI" panose="020B0502040204020203" pitchFamily="34" charset="0"/>
                </a:rPr>
                <a:t> </a:t>
              </a:r>
              <a:r>
                <a:rPr lang="es-AR" sz="2000" dirty="0" err="1">
                  <a:latin typeface="Segoe UI" panose="020B0502040204020203" pitchFamily="34" charset="0"/>
                  <a:cs typeface="Segoe UI" panose="020B0502040204020203" pitchFamily="34" charset="0"/>
                </a:rPr>
                <a:t>objectively</a:t>
              </a:r>
              <a:r>
                <a:rPr lang="es-AR" sz="2000" dirty="0">
                  <a:latin typeface="Segoe UI" panose="020B0502040204020203" pitchFamily="34" charset="0"/>
                  <a:cs typeface="Segoe UI" panose="020B0502040204020203" pitchFamily="34" charset="0"/>
                </a:rPr>
                <a:t> </a:t>
              </a:r>
              <a:r>
                <a:rPr lang="es-AR" sz="2000" dirty="0" err="1">
                  <a:latin typeface="Segoe UI" panose="020B0502040204020203" pitchFamily="34" charset="0"/>
                  <a:cs typeface="Segoe UI" panose="020B0502040204020203" pitchFamily="34" charset="0"/>
                </a:rPr>
                <a:t>measure</a:t>
              </a:r>
              <a:r>
                <a:rPr lang="es-AR" sz="2000" dirty="0">
                  <a:latin typeface="Segoe UI" panose="020B0502040204020203" pitchFamily="34" charset="0"/>
                  <a:cs typeface="Segoe UI" panose="020B0502040204020203" pitchFamily="34" charset="0"/>
                </a:rPr>
                <a:t> </a:t>
              </a:r>
              <a:r>
                <a:rPr lang="es-AR" sz="2000" dirty="0" err="1">
                  <a:latin typeface="Segoe UI" panose="020B0502040204020203" pitchFamily="34" charset="0"/>
                  <a:cs typeface="Segoe UI" panose="020B0502040204020203" pitchFamily="34" charset="0"/>
                </a:rPr>
                <a:t>its</a:t>
              </a:r>
              <a:r>
                <a:rPr lang="es-AR" sz="2000" dirty="0">
                  <a:latin typeface="Segoe UI" panose="020B0502040204020203" pitchFamily="34" charset="0"/>
                  <a:cs typeface="Segoe UI" panose="020B0502040204020203" pitchFamily="34" charset="0"/>
                </a:rPr>
                <a:t> </a:t>
              </a:r>
              <a:r>
                <a:rPr lang="es-AR" sz="2000" dirty="0" err="1">
                  <a:latin typeface="Segoe UI" panose="020B0502040204020203" pitchFamily="34" charset="0"/>
                  <a:cs typeface="Segoe UI" panose="020B0502040204020203" pitchFamily="34" charset="0"/>
                </a:rPr>
                <a:t>operational</a:t>
              </a:r>
              <a:r>
                <a:rPr lang="es-AR" sz="2000" dirty="0">
                  <a:latin typeface="Segoe UI" panose="020B0502040204020203" pitchFamily="34" charset="0"/>
                  <a:cs typeface="Segoe UI" panose="020B0502040204020203" pitchFamily="34" charset="0"/>
                </a:rPr>
                <a:t> performance.</a:t>
              </a:r>
            </a:p>
            <a:p>
              <a:pPr>
                <a:spcBef>
                  <a:spcPts val="1200"/>
                </a:spcBef>
              </a:pPr>
              <a:r>
                <a:rPr lang="en-US" sz="2000" dirty="0">
                  <a:latin typeface="Segoe UI" panose="020B0502040204020203" pitchFamily="34" charset="0"/>
                  <a:cs typeface="Segoe UI" panose="020B0502040204020203" pitchFamily="34" charset="0"/>
                </a:rPr>
                <a:t>Data is currently fragmented across multiple sources</a:t>
              </a:r>
              <a:r>
                <a:rPr lang="es-AR" sz="2000" dirty="0">
                  <a:latin typeface="Segoe UI" panose="020B0502040204020203" pitchFamily="34" charset="0"/>
                  <a:cs typeface="Segoe UI" panose="020B0502040204020203" pitchFamily="34" charset="0"/>
                </a:rPr>
                <a:t>, </a:t>
              </a:r>
              <a:r>
                <a:rPr lang="es-AR" sz="2000" dirty="0" err="1">
                  <a:latin typeface="Segoe UI" panose="020B0502040204020203" pitchFamily="34" charset="0"/>
                  <a:cs typeface="Segoe UI" panose="020B0502040204020203" pitchFamily="34" charset="0"/>
                </a:rPr>
                <a:t>leading</a:t>
              </a:r>
              <a:r>
                <a:rPr lang="es-AR" sz="2000" dirty="0">
                  <a:latin typeface="Segoe UI" panose="020B0502040204020203" pitchFamily="34" charset="0"/>
                  <a:cs typeface="Segoe UI" panose="020B0502040204020203" pitchFamily="34" charset="0"/>
                </a:rPr>
                <a:t> </a:t>
              </a:r>
              <a:r>
                <a:rPr lang="es-AR" sz="2000" dirty="0" err="1">
                  <a:latin typeface="Segoe UI" panose="020B0502040204020203" pitchFamily="34" charset="0"/>
                  <a:cs typeface="Segoe UI" panose="020B0502040204020203" pitchFamily="34" charset="0"/>
                </a:rPr>
                <a:t>to</a:t>
              </a:r>
              <a:r>
                <a:rPr lang="es-AR" sz="2000" dirty="0">
                  <a:latin typeface="Segoe UI" panose="020B0502040204020203" pitchFamily="34" charset="0"/>
                  <a:cs typeface="Segoe UI" panose="020B0502040204020203" pitchFamily="34" charset="0"/>
                </a:rPr>
                <a:t> </a:t>
              </a:r>
              <a:r>
                <a:rPr lang="es-AR" sz="2000" dirty="0" err="1">
                  <a:latin typeface="Segoe UI" panose="020B0502040204020203" pitchFamily="34" charset="0"/>
                  <a:cs typeface="Segoe UI" panose="020B0502040204020203" pitchFamily="34" charset="0"/>
                </a:rPr>
                <a:t>visibility</a:t>
              </a:r>
              <a:r>
                <a:rPr lang="es-AR" sz="2000" dirty="0">
                  <a:latin typeface="Segoe UI" panose="020B0502040204020203" pitchFamily="34" charset="0"/>
                  <a:cs typeface="Segoe UI" panose="020B0502040204020203" pitchFamily="34" charset="0"/>
                </a:rPr>
                <a:t> gaps and </a:t>
              </a:r>
              <a:r>
                <a:rPr lang="es-AR" sz="2000" dirty="0" err="1">
                  <a:latin typeface="Segoe UI" panose="020B0502040204020203" pitchFamily="34" charset="0"/>
                  <a:cs typeface="Segoe UI" panose="020B0502040204020203" pitchFamily="34" charset="0"/>
                </a:rPr>
                <a:t>inconsistent</a:t>
              </a:r>
              <a:r>
                <a:rPr lang="es-AR" sz="2000" dirty="0">
                  <a:latin typeface="Segoe UI" panose="020B0502040204020203" pitchFamily="34" charset="0"/>
                  <a:cs typeface="Segoe UI" panose="020B0502040204020203" pitchFamily="34" charset="0"/>
                </a:rPr>
                <a:t> </a:t>
              </a:r>
              <a:r>
                <a:rPr lang="es-AR" sz="2000" dirty="0" err="1">
                  <a:latin typeface="Segoe UI" panose="020B0502040204020203" pitchFamily="34" charset="0"/>
                  <a:cs typeface="Segoe UI" panose="020B0502040204020203" pitchFamily="34" charset="0"/>
                </a:rPr>
                <a:t>decision</a:t>
              </a:r>
              <a:r>
                <a:rPr lang="es-AR" sz="2000" dirty="0">
                  <a:latin typeface="Segoe UI" panose="020B0502040204020203" pitchFamily="34" charset="0"/>
                  <a:cs typeface="Segoe UI" panose="020B0502040204020203" pitchFamily="34" charset="0"/>
                </a:rPr>
                <a:t> </a:t>
              </a:r>
              <a:r>
                <a:rPr lang="es-AR" sz="2000" dirty="0" err="1">
                  <a:latin typeface="Segoe UI" panose="020B0502040204020203" pitchFamily="34" charset="0"/>
                  <a:cs typeface="Segoe UI" panose="020B0502040204020203" pitchFamily="34" charset="0"/>
                </a:rPr>
                <a:t>criteria</a:t>
              </a:r>
              <a:r>
                <a:rPr lang="es-AR" sz="2000" dirty="0">
                  <a:latin typeface="Segoe UI" panose="020B0502040204020203" pitchFamily="34" charset="0"/>
                  <a:cs typeface="Segoe UI" panose="020B0502040204020203" pitchFamily="34" charset="0"/>
                </a:rPr>
                <a:t> </a:t>
              </a:r>
              <a:r>
                <a:rPr lang="es-AR" sz="2000" dirty="0" err="1">
                  <a:latin typeface="Segoe UI" panose="020B0502040204020203" pitchFamily="34" charset="0"/>
                  <a:cs typeface="Segoe UI" panose="020B0502040204020203" pitchFamily="34" charset="0"/>
                </a:rPr>
                <a:t>across</a:t>
              </a:r>
              <a:r>
                <a:rPr lang="es-AR" sz="2000" dirty="0">
                  <a:latin typeface="Segoe UI" panose="020B0502040204020203" pitchFamily="34" charset="0"/>
                  <a:cs typeface="Segoe UI" panose="020B0502040204020203" pitchFamily="34" charset="0"/>
                </a:rPr>
                <a:t> </a:t>
              </a:r>
              <a:r>
                <a:rPr lang="es-AR" sz="2000" dirty="0" err="1">
                  <a:latin typeface="Segoe UI" panose="020B0502040204020203" pitchFamily="34" charset="0"/>
                  <a:cs typeface="Segoe UI" panose="020B0502040204020203" pitchFamily="34" charset="0"/>
                </a:rPr>
                <a:t>the</a:t>
              </a:r>
              <a:r>
                <a:rPr lang="es-AR" sz="2000" dirty="0">
                  <a:latin typeface="Segoe UI" panose="020B0502040204020203" pitchFamily="34" charset="0"/>
                  <a:cs typeface="Segoe UI" panose="020B0502040204020203" pitchFamily="34" charset="0"/>
                </a:rPr>
                <a:t> </a:t>
              </a:r>
              <a:r>
                <a:rPr lang="es-AR" sz="2000" dirty="0" err="1">
                  <a:latin typeface="Segoe UI" panose="020B0502040204020203" pitchFamily="34" charset="0"/>
                  <a:cs typeface="Segoe UI" panose="020B0502040204020203" pitchFamily="34" charset="0"/>
                </a:rPr>
                <a:t>organization</a:t>
              </a:r>
              <a:r>
                <a:rPr lang="es-AR" sz="2000" dirty="0">
                  <a:latin typeface="Segoe UI" panose="020B0502040204020203" pitchFamily="34" charset="0"/>
                  <a:cs typeface="Segoe UI" panose="020B0502040204020203" pitchFamily="34" charset="0"/>
                </a:rPr>
                <a:t>.</a:t>
              </a:r>
              <a:endParaRPr lang="en-US" sz="2000" dirty="0">
                <a:latin typeface="Segoe UI" panose="020B0502040204020203" pitchFamily="34" charset="0"/>
                <a:cs typeface="Segoe UI" panose="020B0502040204020203" pitchFamily="34" charset="0"/>
              </a:endParaRPr>
            </a:p>
          </p:txBody>
        </p:sp>
      </p:grpSp>
      <p:grpSp>
        <p:nvGrpSpPr>
          <p:cNvPr id="44" name="Grupo 43">
            <a:extLst>
              <a:ext uri="{FF2B5EF4-FFF2-40B4-BE49-F238E27FC236}">
                <a16:creationId xmlns:a16="http://schemas.microsoft.com/office/drawing/2014/main" id="{ADB312A2-C3E9-2AC7-5EA1-D37847125016}"/>
              </a:ext>
            </a:extLst>
          </p:cNvPr>
          <p:cNvGrpSpPr/>
          <p:nvPr/>
        </p:nvGrpSpPr>
        <p:grpSpPr>
          <a:xfrm>
            <a:off x="14004758" y="7023679"/>
            <a:ext cx="9906807" cy="3732835"/>
            <a:chOff x="17603142" y="1694668"/>
            <a:chExt cx="10118423" cy="3617788"/>
          </a:xfrm>
        </p:grpSpPr>
        <p:sp>
          <p:nvSpPr>
            <p:cNvPr id="45" name="Rectángulo: esquinas diagonales redondeadas 44">
              <a:extLst>
                <a:ext uri="{FF2B5EF4-FFF2-40B4-BE49-F238E27FC236}">
                  <a16:creationId xmlns:a16="http://schemas.microsoft.com/office/drawing/2014/main" id="{5DFE33D9-0466-9EC2-C4F7-3E822D72049A}"/>
                </a:ext>
              </a:extLst>
            </p:cNvPr>
            <p:cNvSpPr>
              <a:spLocks/>
            </p:cNvSpPr>
            <p:nvPr/>
          </p:nvSpPr>
          <p:spPr>
            <a:xfrm>
              <a:off x="17603142" y="1694668"/>
              <a:ext cx="10118423" cy="3617788"/>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1200"/>
                </a:spcBef>
              </a:pPr>
              <a:endParaRPr lang="en-US" sz="4000" i="1" dirty="0">
                <a:solidFill>
                  <a:schemeClr val="tx1">
                    <a:lumMod val="95000"/>
                    <a:lumOff val="5000"/>
                  </a:schemeClr>
                </a:solidFill>
                <a:latin typeface="Segoe UI" panose="020B0502040204020203" pitchFamily="34" charset="0"/>
                <a:ea typeface="Segoe UI Emoji" panose="020B0502040204020203" pitchFamily="34" charset="0"/>
                <a:cs typeface="Segoe UI" panose="020B0502040204020203" pitchFamily="34" charset="0"/>
              </a:endParaRPr>
            </a:p>
          </p:txBody>
        </p:sp>
        <p:sp>
          <p:nvSpPr>
            <p:cNvPr id="46" name="Text Placeholder 4">
              <a:extLst>
                <a:ext uri="{FF2B5EF4-FFF2-40B4-BE49-F238E27FC236}">
                  <a16:creationId xmlns:a16="http://schemas.microsoft.com/office/drawing/2014/main" id="{85CB74F4-1168-50BB-B428-EC98F912FE4A}"/>
                </a:ext>
              </a:extLst>
            </p:cNvPr>
            <p:cNvSpPr txBox="1">
              <a:spLocks/>
            </p:cNvSpPr>
            <p:nvPr/>
          </p:nvSpPr>
          <p:spPr>
            <a:xfrm>
              <a:off x="18123938" y="2153672"/>
              <a:ext cx="9354090" cy="2992070"/>
            </a:xfrm>
            <a:prstGeom prst="rect">
              <a:avLst/>
            </a:prstGeom>
          </p:spPr>
          <p:txBody>
            <a:bodyPr vert="horz" wrap="square" lIns="91440" tIns="45720" rIns="91440" bIns="45720" rtlCol="0">
              <a:no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600"/>
                </a:spcBef>
              </a:pPr>
              <a:r>
                <a:rPr lang="es-AR" sz="2000" b="1" dirty="0">
                  <a:latin typeface="Segoe UI" panose="020B0502040204020203" pitchFamily="34" charset="0"/>
                  <a:cs typeface="Segoe UI" panose="020B0502040204020203" pitchFamily="34" charset="0"/>
                </a:rPr>
                <a:t>CUSTOMER NEEDS</a:t>
              </a:r>
              <a:endParaRPr lang="es-AR" sz="100" b="1" dirty="0">
                <a:latin typeface="Segoe UI" panose="020B0502040204020203" pitchFamily="34" charset="0"/>
                <a:cs typeface="Segoe UI" panose="020B0502040204020203" pitchFamily="34" charset="0"/>
              </a:endParaRPr>
            </a:p>
            <a:p>
              <a:pPr marL="342900" lvl="0" indent="-342900">
                <a:spcBef>
                  <a:spcPts val="1000"/>
                </a:spcBef>
                <a:buFont typeface="Arial" panose="020B0604020202020204" pitchFamily="34" charset="0"/>
                <a:buChar char="•"/>
              </a:pPr>
              <a:r>
                <a:rPr lang="es-AR" sz="2000" dirty="0">
                  <a:latin typeface="Segoe UI" panose="020B0502040204020203" pitchFamily="34" charset="0"/>
                  <a:cs typeface="Segoe UI" panose="020B0502040204020203" pitchFamily="34" charset="0"/>
                </a:rPr>
                <a:t>Define and calculate the farm’s main KPIs.</a:t>
              </a:r>
            </a:p>
            <a:p>
              <a:pPr marL="342900" lvl="0" indent="-342900">
                <a:spcBef>
                  <a:spcPts val="1000"/>
                </a:spcBef>
                <a:buFont typeface="Arial" panose="020B0604020202020204" pitchFamily="34" charset="0"/>
                <a:buChar char="•"/>
              </a:pPr>
              <a:r>
                <a:rPr lang="es-AR" sz="2000" dirty="0" err="1">
                  <a:latin typeface="Segoe UI" panose="020B0502040204020203" pitchFamily="34" charset="0"/>
                  <a:cs typeface="Segoe UI" panose="020B0502040204020203" pitchFamily="34" charset="0"/>
                </a:rPr>
                <a:t>Design</a:t>
              </a:r>
              <a:r>
                <a:rPr lang="es-AR" sz="2000" dirty="0">
                  <a:latin typeface="Segoe UI" panose="020B0502040204020203" pitchFamily="34" charset="0"/>
                  <a:cs typeface="Segoe UI" panose="020B0502040204020203" pitchFamily="34" charset="0"/>
                </a:rPr>
                <a:t> </a:t>
              </a:r>
              <a:r>
                <a:rPr lang="es-AR" sz="2000" dirty="0" err="1">
                  <a:latin typeface="Segoe UI" panose="020B0502040204020203" pitchFamily="34" charset="0"/>
                  <a:cs typeface="Segoe UI" panose="020B0502040204020203" pitchFamily="34" charset="0"/>
                </a:rPr>
                <a:t>an</a:t>
              </a:r>
              <a:r>
                <a:rPr lang="es-AR" sz="2000" dirty="0">
                  <a:latin typeface="Segoe UI" panose="020B0502040204020203" pitchFamily="34" charset="0"/>
                  <a:cs typeface="Segoe UI" panose="020B0502040204020203" pitchFamily="34" charset="0"/>
                </a:rPr>
                <a:t> interactive dashboard for real-time performance monitoring to support strategic </a:t>
              </a:r>
              <a:r>
                <a:rPr lang="es-AR" sz="2000" dirty="0" err="1">
                  <a:latin typeface="Segoe UI" panose="020B0502040204020203" pitchFamily="34" charset="0"/>
                  <a:cs typeface="Segoe UI" panose="020B0502040204020203" pitchFamily="34" charset="0"/>
                </a:rPr>
                <a:t>decisions</a:t>
              </a:r>
              <a:r>
                <a:rPr lang="es-AR" sz="2000" dirty="0">
                  <a:latin typeface="Segoe UI" panose="020B0502040204020203" pitchFamily="34" charset="0"/>
                  <a:cs typeface="Segoe UI" panose="020B0502040204020203" pitchFamily="34" charset="0"/>
                </a:rPr>
                <a:t>.</a:t>
              </a:r>
              <a:endParaRPr lang="en-US" sz="2000" dirty="0">
                <a:latin typeface="Segoe UI" panose="020B0502040204020203" pitchFamily="34" charset="0"/>
                <a:cs typeface="Segoe UI" panose="020B0502040204020203" pitchFamily="34" charset="0"/>
              </a:endParaRPr>
            </a:p>
            <a:p>
              <a:pPr marL="342900" lvl="0" indent="-342900">
                <a:spcBef>
                  <a:spcPts val="1000"/>
                </a:spcBef>
                <a:buFont typeface="Arial" panose="020B0604020202020204" pitchFamily="34" charset="0"/>
                <a:buChar char="•"/>
              </a:pPr>
              <a:r>
                <a:rPr lang="es-AR" sz="2000" dirty="0">
                  <a:latin typeface="Segoe UI" panose="020B0502040204020203" pitchFamily="34" charset="0"/>
                  <a:cs typeface="Segoe UI" panose="020B0502040204020203" pitchFamily="34" charset="0"/>
                </a:rPr>
                <a:t>Provide a reliable, data-driven tool to replace manual reports and enable more precise and efficient management.</a:t>
              </a:r>
            </a:p>
            <a:p>
              <a:pPr marL="342900" lvl="0" indent="-342900">
                <a:spcBef>
                  <a:spcPts val="1000"/>
                </a:spcBef>
                <a:buFont typeface="Arial" panose="020B0604020202020204" pitchFamily="34" charset="0"/>
                <a:buChar char="•"/>
              </a:pPr>
              <a:r>
                <a:rPr lang="es-AR" sz="2000" dirty="0">
                  <a:latin typeface="Segoe UI" panose="020B0502040204020203" pitchFamily="34" charset="0"/>
                  <a:cs typeface="Segoe UI" panose="020B0502040204020203" pitchFamily="34" charset="0"/>
                </a:rPr>
                <a:t>Answer business questions and increase energy </a:t>
              </a:r>
              <a:r>
                <a:rPr lang="es-AR" sz="2000" dirty="0" err="1">
                  <a:latin typeface="Segoe UI" panose="020B0502040204020203" pitchFamily="34" charset="0"/>
                  <a:cs typeface="Segoe UI" panose="020B0502040204020203" pitchFamily="34" charset="0"/>
                </a:rPr>
                <a:t>efficiency</a:t>
              </a:r>
              <a:r>
                <a:rPr lang="es-AR" sz="2000" dirty="0">
                  <a:latin typeface="Segoe UI" panose="020B0502040204020203" pitchFamily="34" charset="0"/>
                  <a:cs typeface="Segoe UI" panose="020B0502040204020203" pitchFamily="34" charset="0"/>
                </a:rPr>
                <a:t>.</a:t>
              </a:r>
              <a:endParaRPr lang="en-US" sz="2000" dirty="0">
                <a:latin typeface="Segoe UI" panose="020B0502040204020203" pitchFamily="34" charset="0"/>
                <a:cs typeface="Segoe UI" panose="020B0502040204020203" pitchFamily="34" charset="0"/>
              </a:endParaRPr>
            </a:p>
          </p:txBody>
        </p:sp>
      </p:grpSp>
      <p:grpSp>
        <p:nvGrpSpPr>
          <p:cNvPr id="52" name="Grupo 51">
            <a:extLst>
              <a:ext uri="{FF2B5EF4-FFF2-40B4-BE49-F238E27FC236}">
                <a16:creationId xmlns:a16="http://schemas.microsoft.com/office/drawing/2014/main" id="{60BF07B1-03A6-6EEE-5D86-F7F82DDEF872}"/>
              </a:ext>
            </a:extLst>
          </p:cNvPr>
          <p:cNvGrpSpPr/>
          <p:nvPr/>
        </p:nvGrpSpPr>
        <p:grpSpPr>
          <a:xfrm>
            <a:off x="962116" y="4280225"/>
            <a:ext cx="17186620" cy="7701679"/>
            <a:chOff x="962116" y="4280225"/>
            <a:chExt cx="17186620" cy="7701679"/>
          </a:xfrm>
        </p:grpSpPr>
        <p:grpSp>
          <p:nvGrpSpPr>
            <p:cNvPr id="48" name="Grupo 47">
              <a:extLst>
                <a:ext uri="{FF2B5EF4-FFF2-40B4-BE49-F238E27FC236}">
                  <a16:creationId xmlns:a16="http://schemas.microsoft.com/office/drawing/2014/main" id="{39F6A3A3-6F83-99CB-8006-AD26D6D52B85}"/>
                </a:ext>
              </a:extLst>
            </p:cNvPr>
            <p:cNvGrpSpPr/>
            <p:nvPr/>
          </p:nvGrpSpPr>
          <p:grpSpPr>
            <a:xfrm>
              <a:off x="962116" y="6345096"/>
              <a:ext cx="17186620" cy="5636808"/>
              <a:chOff x="962116" y="6345096"/>
              <a:chExt cx="17186620" cy="5636808"/>
            </a:xfrm>
          </p:grpSpPr>
          <p:pic>
            <p:nvPicPr>
              <p:cNvPr id="9" name="Imagen 8" descr="Icono  El contenido generado por IA puede ser incorrecto.">
                <a:extLst>
                  <a:ext uri="{FF2B5EF4-FFF2-40B4-BE49-F238E27FC236}">
                    <a16:creationId xmlns:a16="http://schemas.microsoft.com/office/drawing/2014/main" id="{2C7A4DEF-F65B-989B-4351-F2E8FB1C8FB3}"/>
                  </a:ext>
                </a:extLst>
              </p:cNvPr>
              <p:cNvPicPr>
                <a:picLocks noChangeAspect="1"/>
              </p:cNvPicPr>
              <p:nvPr/>
            </p:nvPicPr>
            <p:blipFill>
              <a:blip r:embed="rId9"/>
              <a:stretch>
                <a:fillRect/>
              </a:stretch>
            </p:blipFill>
            <p:spPr>
              <a:xfrm>
                <a:off x="962116" y="6379656"/>
                <a:ext cx="1759775" cy="1759775"/>
              </a:xfrm>
              <a:prstGeom prst="rect">
                <a:avLst/>
              </a:prstGeom>
            </p:spPr>
          </p:pic>
          <p:pic>
            <p:nvPicPr>
              <p:cNvPr id="13" name="Imagen 12" descr="Icono  El contenido generado por IA puede ser incorrecto.">
                <a:extLst>
                  <a:ext uri="{FF2B5EF4-FFF2-40B4-BE49-F238E27FC236}">
                    <a16:creationId xmlns:a16="http://schemas.microsoft.com/office/drawing/2014/main" id="{531AEE08-CFDA-554E-CD6F-D696268498AF}"/>
                  </a:ext>
                </a:extLst>
              </p:cNvPr>
              <p:cNvPicPr>
                <a:picLocks noChangeAspect="1"/>
              </p:cNvPicPr>
              <p:nvPr/>
            </p:nvPicPr>
            <p:blipFill>
              <a:blip r:embed="rId10"/>
              <a:stretch>
                <a:fillRect/>
              </a:stretch>
            </p:blipFill>
            <p:spPr>
              <a:xfrm>
                <a:off x="1002586" y="8452056"/>
                <a:ext cx="1449283" cy="1449283"/>
              </a:xfrm>
              <a:prstGeom prst="rect">
                <a:avLst/>
              </a:prstGeom>
            </p:spPr>
          </p:pic>
          <p:pic>
            <p:nvPicPr>
              <p:cNvPr id="15" name="Imagen 14" descr="Icono  El contenido generado por IA puede ser incorrecto.">
                <a:extLst>
                  <a:ext uri="{FF2B5EF4-FFF2-40B4-BE49-F238E27FC236}">
                    <a16:creationId xmlns:a16="http://schemas.microsoft.com/office/drawing/2014/main" id="{5D4775B4-368A-36B5-2F6F-6460D8B3FCD6}"/>
                  </a:ext>
                </a:extLst>
              </p:cNvPr>
              <p:cNvPicPr>
                <a:picLocks noChangeAspect="1"/>
              </p:cNvPicPr>
              <p:nvPr/>
            </p:nvPicPr>
            <p:blipFill>
              <a:blip r:embed="rId11"/>
              <a:stretch>
                <a:fillRect/>
              </a:stretch>
            </p:blipFill>
            <p:spPr>
              <a:xfrm>
                <a:off x="1148411" y="10194948"/>
                <a:ext cx="1449283" cy="1449283"/>
              </a:xfrm>
              <a:prstGeom prst="rect">
                <a:avLst/>
              </a:prstGeom>
            </p:spPr>
          </p:pic>
          <p:sp>
            <p:nvSpPr>
              <p:cNvPr id="19" name="Rectángulo: esquinas diagonales redondeadas 18">
                <a:extLst>
                  <a:ext uri="{FF2B5EF4-FFF2-40B4-BE49-F238E27FC236}">
                    <a16:creationId xmlns:a16="http://schemas.microsoft.com/office/drawing/2014/main" id="{E66EAC42-C81E-B968-280D-66D879ABB845}"/>
                  </a:ext>
                </a:extLst>
              </p:cNvPr>
              <p:cNvSpPr/>
              <p:nvPr/>
            </p:nvSpPr>
            <p:spPr>
              <a:xfrm>
                <a:off x="2964815" y="6410576"/>
                <a:ext cx="5790080" cy="1595107"/>
              </a:xfrm>
              <a:prstGeom prst="round2DiagRect">
                <a:avLst/>
              </a:prstGeom>
              <a:solidFill>
                <a:srgbClr val="424A4C"/>
              </a:solidFill>
              <a:ln>
                <a:solidFill>
                  <a:srgbClr val="FFFFFF"/>
                </a:solidFill>
              </a:ln>
              <a:effectLst>
                <a:outerShdw blurRad="254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ángulo: esquinas diagonales redondeadas 19">
                <a:extLst>
                  <a:ext uri="{FF2B5EF4-FFF2-40B4-BE49-F238E27FC236}">
                    <a16:creationId xmlns:a16="http://schemas.microsoft.com/office/drawing/2014/main" id="{B2B2B983-97FC-1E9E-70C1-0DD0AC001B01}"/>
                  </a:ext>
                </a:extLst>
              </p:cNvPr>
              <p:cNvSpPr/>
              <p:nvPr/>
            </p:nvSpPr>
            <p:spPr>
              <a:xfrm>
                <a:off x="2982732" y="8191225"/>
                <a:ext cx="8690459" cy="1595107"/>
              </a:xfrm>
              <a:prstGeom prst="round2DiagRect">
                <a:avLst/>
              </a:prstGeom>
              <a:solidFill>
                <a:srgbClr val="424A4C"/>
              </a:solidFill>
              <a:ln>
                <a:solidFill>
                  <a:srgbClr val="FFFFFF"/>
                </a:solidFill>
              </a:ln>
              <a:effectLst>
                <a:outerShdw blurRad="254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ángulo: esquinas diagonales redondeadas 20">
                <a:extLst>
                  <a:ext uri="{FF2B5EF4-FFF2-40B4-BE49-F238E27FC236}">
                    <a16:creationId xmlns:a16="http://schemas.microsoft.com/office/drawing/2014/main" id="{872ABA21-CF75-48F8-3C0B-897D85FF9ED7}"/>
                  </a:ext>
                </a:extLst>
              </p:cNvPr>
              <p:cNvSpPr/>
              <p:nvPr/>
            </p:nvSpPr>
            <p:spPr>
              <a:xfrm>
                <a:off x="2929975" y="9994547"/>
                <a:ext cx="8743216" cy="1595107"/>
              </a:xfrm>
              <a:prstGeom prst="round2DiagRect">
                <a:avLst/>
              </a:prstGeom>
              <a:solidFill>
                <a:srgbClr val="424A4C"/>
              </a:solidFill>
              <a:ln>
                <a:solidFill>
                  <a:srgbClr val="FFFFFF"/>
                </a:solidFill>
              </a:ln>
              <a:effectLst>
                <a:outerShdw blurRad="254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4">
                <a:extLst>
                  <a:ext uri="{FF2B5EF4-FFF2-40B4-BE49-F238E27FC236}">
                    <a16:creationId xmlns:a16="http://schemas.microsoft.com/office/drawing/2014/main" id="{15F38A79-0C00-DBC3-9293-08F7B0BBB28D}"/>
                  </a:ext>
                </a:extLst>
              </p:cNvPr>
              <p:cNvSpPr txBox="1">
                <a:spLocks/>
              </p:cNvSpPr>
              <p:nvPr/>
            </p:nvSpPr>
            <p:spPr>
              <a:xfrm>
                <a:off x="3139688" y="6345096"/>
                <a:ext cx="15009048" cy="5636808"/>
              </a:xfrm>
              <a:prstGeom prst="rect">
                <a:avLst/>
              </a:prstGeom>
            </p:spPr>
            <p:txBody>
              <a:bodyPr vert="horz" lIns="91440" tIns="45720" rIns="91440" bIns="45720" rtlCol="0">
                <a:norm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lnSpc>
                    <a:spcPct val="150000"/>
                  </a:lnSpc>
                  <a:spcBef>
                    <a:spcPts val="2000"/>
                  </a:spcBef>
                </a:pPr>
                <a:r>
                  <a:rPr lang="en-US" sz="6600" i="1" dirty="0">
                    <a:solidFill>
                      <a:srgbClr val="4FD1FF"/>
                    </a:solidFill>
                    <a:effectLst>
                      <a:outerShdw blurRad="38100" dist="38100" dir="2700000" algn="tl">
                        <a:srgbClr val="000000">
                          <a:alpha val="43137"/>
                        </a:srgbClr>
                      </a:outerShdw>
                    </a:effectLst>
                    <a:latin typeface="72 Black" panose="020B0A04030603020204" pitchFamily="34" charset="0"/>
                    <a:ea typeface="Segoe UI Emoji" panose="020B0502040204020203" pitchFamily="34" charset="0"/>
                    <a:cs typeface="72 Black" panose="020B0A04030603020204" pitchFamily="34" charset="0"/>
                  </a:rPr>
                  <a:t>10 </a:t>
                </a:r>
                <a:r>
                  <a:rPr lang="en-US" i="1" dirty="0" err="1">
                    <a:solidFill>
                      <a:srgbClr val="DEE6EE"/>
                    </a:solidFill>
                    <a:latin typeface="Segoe UI Emoji" panose="020B0502040204020203" pitchFamily="34" charset="0"/>
                    <a:ea typeface="Segoe UI Emoji" panose="020B0502040204020203" pitchFamily="34" charset="0"/>
                  </a:rPr>
                  <a:t>wind turbines</a:t>
                </a:r>
                <a:endParaRPr lang="en-US" sz="6600" i="1" dirty="0">
                  <a:solidFill>
                    <a:srgbClr val="DEE6EE"/>
                  </a:solidFill>
                  <a:effectLst>
                    <a:outerShdw blurRad="38100" dist="38100" dir="2700000" algn="tl">
                      <a:srgbClr val="000000">
                        <a:alpha val="43137"/>
                      </a:srgbClr>
                    </a:outerShdw>
                  </a:effectLst>
                  <a:latin typeface="72 Black" panose="020B0A04030603020204" pitchFamily="34" charset="0"/>
                  <a:ea typeface="Segoe UI Emoji" panose="020B0502040204020203" pitchFamily="34" charset="0"/>
                  <a:cs typeface="72 Black" panose="020B0A04030603020204" pitchFamily="34" charset="0"/>
                </a:endParaRPr>
              </a:p>
              <a:p>
                <a:pPr>
                  <a:lnSpc>
                    <a:spcPct val="150000"/>
                  </a:lnSpc>
                  <a:spcBef>
                    <a:spcPts val="2000"/>
                  </a:spcBef>
                </a:pPr>
                <a:r>
                  <a:rPr lang="en-US" sz="6600" i="1" dirty="0">
                    <a:solidFill>
                      <a:srgbClr val="4FD1FF"/>
                    </a:solidFill>
                    <a:effectLst>
                      <a:outerShdw blurRad="38100" dist="38100" dir="2700000" algn="tl">
                        <a:srgbClr val="000000">
                          <a:alpha val="43137"/>
                        </a:srgbClr>
                      </a:outerShdw>
                    </a:effectLst>
                    <a:latin typeface="72 Black" panose="020B0A04030603020204" pitchFamily="34" charset="0"/>
                    <a:ea typeface="Segoe UI Emoji" panose="020B0502040204020203" pitchFamily="34" charset="0"/>
                    <a:cs typeface="72 Black" panose="020B0A04030603020204" pitchFamily="34" charset="0"/>
                  </a:rPr>
                  <a:t>21.9 MW </a:t>
                </a:r>
                <a:r>
                  <a:rPr lang="en-US" i="1" dirty="0">
                    <a:solidFill>
                      <a:srgbClr val="DEE6EE"/>
                    </a:solidFill>
                    <a:latin typeface="Segoe UI Emoji" panose="020B0502040204020203" pitchFamily="34" charset="0"/>
                    <a:ea typeface="Segoe UI Emoji" panose="020B0502040204020203" pitchFamily="34" charset="0"/>
                  </a:rPr>
                  <a:t>installed capacity</a:t>
                </a:r>
                <a:endParaRPr lang="en-US" sz="4400" i="1" dirty="0">
                  <a:solidFill>
                    <a:srgbClr val="DEE6EE"/>
                  </a:solidFill>
                  <a:latin typeface="Segoe UI Emoji" panose="020B0502040204020203" pitchFamily="34" charset="0"/>
                  <a:ea typeface="Segoe UI Emoji" panose="020B0502040204020203" pitchFamily="34" charset="0"/>
                </a:endParaRPr>
              </a:p>
              <a:p>
                <a:pPr>
                  <a:lnSpc>
                    <a:spcPct val="150000"/>
                  </a:lnSpc>
                  <a:spcBef>
                    <a:spcPts val="2000"/>
                  </a:spcBef>
                </a:pPr>
                <a:r>
                  <a:rPr lang="en-US" sz="6600" i="1" dirty="0">
                    <a:solidFill>
                      <a:srgbClr val="4FD1FF"/>
                    </a:solidFill>
                    <a:effectLst>
                      <a:outerShdw blurRad="38100" dist="38100" dir="2700000" algn="tl">
                        <a:srgbClr val="000000">
                          <a:alpha val="43137"/>
                        </a:srgbClr>
                      </a:outerShdw>
                    </a:effectLst>
                    <a:latin typeface="72 Black" panose="020B0A04030603020204" pitchFamily="34" charset="0"/>
                    <a:ea typeface="Segoe UI Emoji" panose="020B0502040204020203" pitchFamily="34" charset="0"/>
                    <a:cs typeface="72 Black" panose="020B0A04030603020204" pitchFamily="34" charset="0"/>
                  </a:rPr>
                  <a:t>48 GWh </a:t>
                </a:r>
                <a:r>
                  <a:rPr lang="en-US" i="1" dirty="0">
                    <a:solidFill>
                      <a:srgbClr val="DEE6EE"/>
                    </a:solidFill>
                    <a:latin typeface="Segoe UI Emoji" panose="020B0502040204020203" pitchFamily="34" charset="0"/>
                    <a:ea typeface="Segoe UI Emoji" panose="020B0502040204020203" pitchFamily="34" charset="0"/>
                  </a:rPr>
                  <a:t>in 2025</a:t>
                </a:r>
              </a:p>
            </p:txBody>
          </p:sp>
        </p:grpSp>
        <p:sp>
          <p:nvSpPr>
            <p:cNvPr id="49" name="Elipse 48">
              <a:extLst>
                <a:ext uri="{FF2B5EF4-FFF2-40B4-BE49-F238E27FC236}">
                  <a16:creationId xmlns:a16="http://schemas.microsoft.com/office/drawing/2014/main" id="{C51DBA4A-5A2E-7745-0AD5-27E7D832CFD5}"/>
                </a:ext>
              </a:extLst>
            </p:cNvPr>
            <p:cNvSpPr/>
            <p:nvPr/>
          </p:nvSpPr>
          <p:spPr>
            <a:xfrm>
              <a:off x="1996108" y="4280225"/>
              <a:ext cx="788824" cy="733149"/>
            </a:xfrm>
            <a:prstGeom prst="ellipse">
              <a:avLst/>
            </a:prstGeom>
            <a:solidFill>
              <a:srgbClr val="00B0F0"/>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sz="3600" b="1" dirty="0">
                  <a:latin typeface="Segoe UI Semibold" panose="020B0702040204020203" pitchFamily="34" charset="0"/>
                  <a:cs typeface="Segoe UI Semibold" panose="020B0702040204020203" pitchFamily="34" charset="0"/>
                </a:rPr>
                <a:t>5</a:t>
              </a:r>
              <a:endParaRPr lang="en-US" sz="3600" b="1" dirty="0">
                <a:latin typeface="Segoe UI Semibold" panose="020B0702040204020203" pitchFamily="34" charset="0"/>
                <a:cs typeface="Segoe UI Semibold" panose="020B0702040204020203" pitchFamily="34" charset="0"/>
              </a:endParaRPr>
            </a:p>
          </p:txBody>
        </p:sp>
        <p:sp>
          <p:nvSpPr>
            <p:cNvPr id="50" name="Elipse 49">
              <a:extLst>
                <a:ext uri="{FF2B5EF4-FFF2-40B4-BE49-F238E27FC236}">
                  <a16:creationId xmlns:a16="http://schemas.microsoft.com/office/drawing/2014/main" id="{03834338-B4F0-5C74-3C76-B27C89C7F8F6}"/>
                </a:ext>
              </a:extLst>
            </p:cNvPr>
            <p:cNvSpPr/>
            <p:nvPr/>
          </p:nvSpPr>
          <p:spPr>
            <a:xfrm>
              <a:off x="5121508" y="4280225"/>
              <a:ext cx="788824" cy="733149"/>
            </a:xfrm>
            <a:prstGeom prst="ellipse">
              <a:avLst/>
            </a:prstGeom>
            <a:solidFill>
              <a:srgbClr val="00B0F0"/>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sz="3600" b="1" dirty="0">
                  <a:latin typeface="Segoe UI Semibold" panose="020B0702040204020203" pitchFamily="34" charset="0"/>
                  <a:cs typeface="Segoe UI Semibold" panose="020B0702040204020203" pitchFamily="34" charset="0"/>
                </a:rPr>
                <a:t>2</a:t>
              </a:r>
              <a:endParaRPr lang="en-US" sz="3600" b="1" dirty="0">
                <a:latin typeface="Segoe UI Semibold" panose="020B0702040204020203" pitchFamily="34" charset="0"/>
                <a:cs typeface="Segoe UI Semibold" panose="020B0702040204020203" pitchFamily="34" charset="0"/>
              </a:endParaRPr>
            </a:p>
          </p:txBody>
        </p:sp>
        <p:sp>
          <p:nvSpPr>
            <p:cNvPr id="51" name="Elipse 50">
              <a:extLst>
                <a:ext uri="{FF2B5EF4-FFF2-40B4-BE49-F238E27FC236}">
                  <a16:creationId xmlns:a16="http://schemas.microsoft.com/office/drawing/2014/main" id="{AA5B1C60-29E5-7823-A455-8FE4916CA2B0}"/>
                </a:ext>
              </a:extLst>
            </p:cNvPr>
            <p:cNvSpPr/>
            <p:nvPr/>
          </p:nvSpPr>
          <p:spPr>
            <a:xfrm>
              <a:off x="8262467" y="4280225"/>
              <a:ext cx="788824" cy="733149"/>
            </a:xfrm>
            <a:prstGeom prst="ellipse">
              <a:avLst/>
            </a:prstGeom>
            <a:solidFill>
              <a:srgbClr val="00B0F0"/>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sz="3600" b="1" dirty="0">
                  <a:latin typeface="Segoe UI Semibold" panose="020B0702040204020203" pitchFamily="34" charset="0"/>
                  <a:cs typeface="Segoe UI Semibold" panose="020B0702040204020203" pitchFamily="34" charset="0"/>
                </a:rPr>
                <a:t>3</a:t>
              </a:r>
              <a:endParaRPr lang="en-US" sz="3600" b="1" dirty="0">
                <a:latin typeface="Segoe UI Semibold" panose="020B0702040204020203" pitchFamily="34" charset="0"/>
                <a:cs typeface="Segoe UI Semibold" panose="020B0702040204020203" pitchFamily="34" charset="0"/>
              </a:endParaRPr>
            </a:p>
          </p:txBody>
        </p:sp>
      </p:grpSp>
    </p:spTree>
    <p:extLst>
      <p:ext uri="{BB962C8B-B14F-4D97-AF65-F5344CB8AC3E}">
        <p14:creationId xmlns:p14="http://schemas.microsoft.com/office/powerpoint/2010/main" val="3818060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500"/>
                                        <p:tgtEl>
                                          <p:spTgt spid="5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500"/>
                                        <p:tgtEl>
                                          <p:spTgt spid="4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fade">
                                      <p:cBhvr>
                                        <p:cTn id="2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16F24-5854-D1EF-E4DE-3AE364D8A8ED}"/>
            </a:ext>
          </a:extLst>
        </p:cNvPr>
        <p:cNvGrpSpPr/>
        <p:nvPr/>
      </p:nvGrpSpPr>
      <p:grpSpPr>
        <a:xfrm>
          <a:off x="0" y="0"/>
          <a:ext cx="0" cy="0"/>
          <a:chOff x="0" y="0"/>
          <a:chExt cx="0" cy="0"/>
        </a:xfrm>
      </p:grpSpPr>
      <p:sp>
        <p:nvSpPr>
          <p:cNvPr id="84" name="Rectángulo: esquinas diagonales redondeadas 83">
            <a:extLst>
              <a:ext uri="{FF2B5EF4-FFF2-40B4-BE49-F238E27FC236}">
                <a16:creationId xmlns:a16="http://schemas.microsoft.com/office/drawing/2014/main" id="{7C723883-E983-D278-DEB7-D94718CDED7F}"/>
              </a:ext>
            </a:extLst>
          </p:cNvPr>
          <p:cNvSpPr>
            <a:spLocks/>
          </p:cNvSpPr>
          <p:nvPr/>
        </p:nvSpPr>
        <p:spPr>
          <a:xfrm>
            <a:off x="971924" y="848192"/>
            <a:ext cx="22438562" cy="10959190"/>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FE7A7467-BA08-B689-4F96-089E2C22BB15}"/>
              </a:ext>
            </a:extLst>
          </p:cNvPr>
          <p:cNvSpPr/>
          <p:nvPr/>
        </p:nvSpPr>
        <p:spPr>
          <a:xfrm>
            <a:off x="-1" y="0"/>
            <a:ext cx="24382413" cy="276445"/>
          </a:xfrm>
          <a:prstGeom prst="rect">
            <a:avLst/>
          </a:prstGeom>
          <a:solidFill>
            <a:srgbClr val="83E2F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sp>
        <p:nvSpPr>
          <p:cNvPr id="7" name="Rectangle 6">
            <a:extLst>
              <a:ext uri="{FF2B5EF4-FFF2-40B4-BE49-F238E27FC236}">
                <a16:creationId xmlns:a16="http://schemas.microsoft.com/office/drawing/2014/main" id="{E1F536D5-54D3-9461-4EC0-E55661861578}"/>
              </a:ext>
            </a:extLst>
          </p:cNvPr>
          <p:cNvSpPr/>
          <p:nvPr/>
        </p:nvSpPr>
        <p:spPr>
          <a:xfrm>
            <a:off x="-1" y="12425473"/>
            <a:ext cx="24382414" cy="1290527"/>
          </a:xfrm>
          <a:prstGeom prst="rect">
            <a:avLst/>
          </a:prstGeom>
          <a:solidFill>
            <a:srgbClr val="74ADF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pic>
        <p:nvPicPr>
          <p:cNvPr id="11" name="Imagen 10" descr="Icono  El contenido generado por IA puede ser incorrecto.">
            <a:extLst>
              <a:ext uri="{FF2B5EF4-FFF2-40B4-BE49-F238E27FC236}">
                <a16:creationId xmlns:a16="http://schemas.microsoft.com/office/drawing/2014/main" id="{0F519DB8-4FED-EB9B-9D48-346A226FBF90}"/>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3149564" y="12518591"/>
            <a:ext cx="979800" cy="979800"/>
          </a:xfrm>
          <a:prstGeom prst="rect">
            <a:avLst/>
          </a:prstGeom>
        </p:spPr>
      </p:pic>
      <p:sp>
        <p:nvSpPr>
          <p:cNvPr id="12" name="Title 3">
            <a:extLst>
              <a:ext uri="{FF2B5EF4-FFF2-40B4-BE49-F238E27FC236}">
                <a16:creationId xmlns:a16="http://schemas.microsoft.com/office/drawing/2014/main" id="{AD81183A-BB61-D742-2D39-797ADBE08906}"/>
              </a:ext>
            </a:extLst>
          </p:cNvPr>
          <p:cNvSpPr txBox="1">
            <a:spLocks/>
          </p:cNvSpPr>
          <p:nvPr/>
        </p:nvSpPr>
        <p:spPr>
          <a:xfrm>
            <a:off x="459552" y="12594791"/>
            <a:ext cx="10924728" cy="1292659"/>
          </a:xfrm>
          <a:prstGeom prst="rect">
            <a:avLst/>
          </a:prstGeom>
        </p:spPr>
        <p:txBody>
          <a:bodyPr/>
          <a:lstStyle>
            <a:lvl1pPr algn="l" defTabSz="1828709" rtl="0" eaLnBrk="1" latinLnBrk="0" hangingPunct="1">
              <a:lnSpc>
                <a:spcPct val="97000"/>
              </a:lnSpc>
              <a:spcBef>
                <a:spcPct val="0"/>
              </a:spcBef>
              <a:buNone/>
              <a:defRPr sz="4800" b="0" i="0" kern="1200" cap="all" spc="-50" baseline="0">
                <a:solidFill>
                  <a:schemeClr val="tx1"/>
                </a:solidFill>
                <a:latin typeface="+mj-lt"/>
                <a:ea typeface="+mj-ea"/>
                <a:cs typeface="Toyota Type" panose="020B0502020202020204" pitchFamily="34" charset="0"/>
              </a:defRPr>
            </a:lvl1pPr>
          </a:lstStyle>
          <a:p>
            <a:endParaRPr lang="en-GB" sz="5400" spc="600" dirty="0">
              <a:solidFill>
                <a:srgbClr val="FFFFFF"/>
              </a:solidFill>
              <a:latin typeface="Segoe UI Variable Small Semibol" pitchFamily="2" charset="0"/>
              <a:ea typeface="Segoe UI Emoji" panose="020B0502040204020203" pitchFamily="34" charset="0"/>
              <a:cs typeface="Toyota Type Semibold" panose="020B0702020202020204" pitchFamily="34" charset="0"/>
            </a:endParaRPr>
          </a:p>
        </p:txBody>
      </p:sp>
      <p:sp>
        <p:nvSpPr>
          <p:cNvPr id="6" name="Rectangle 6">
            <a:extLst>
              <a:ext uri="{FF2B5EF4-FFF2-40B4-BE49-F238E27FC236}">
                <a16:creationId xmlns:a16="http://schemas.microsoft.com/office/drawing/2014/main" id="{14841E88-0801-AED1-C0D2-3BCD4747017F}"/>
              </a:ext>
            </a:extLst>
          </p:cNvPr>
          <p:cNvSpPr/>
          <p:nvPr/>
        </p:nvSpPr>
        <p:spPr>
          <a:xfrm>
            <a:off x="0" y="12310231"/>
            <a:ext cx="24382413" cy="1405770"/>
          </a:xfrm>
          <a:prstGeom prst="rect">
            <a:avLst/>
          </a:prstGeom>
          <a:solidFill>
            <a:srgbClr val="74ADF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pic>
        <p:nvPicPr>
          <p:cNvPr id="8" name="Imagen 7" descr="Icono  El contenido generado por IA puede ser incorrecto.">
            <a:extLst>
              <a:ext uri="{FF2B5EF4-FFF2-40B4-BE49-F238E27FC236}">
                <a16:creationId xmlns:a16="http://schemas.microsoft.com/office/drawing/2014/main" id="{867F5756-537A-3E4E-30B1-560448B6011B}"/>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3149564" y="12427151"/>
            <a:ext cx="979800" cy="979800"/>
          </a:xfrm>
          <a:prstGeom prst="rect">
            <a:avLst/>
          </a:prstGeom>
        </p:spPr>
      </p:pic>
      <p:sp>
        <p:nvSpPr>
          <p:cNvPr id="9" name="Title 3">
            <a:extLst>
              <a:ext uri="{FF2B5EF4-FFF2-40B4-BE49-F238E27FC236}">
                <a16:creationId xmlns:a16="http://schemas.microsoft.com/office/drawing/2014/main" id="{EC1EDF50-D0A3-B766-8039-015B01706C53}"/>
              </a:ext>
            </a:extLst>
          </p:cNvPr>
          <p:cNvSpPr txBox="1">
            <a:spLocks/>
          </p:cNvSpPr>
          <p:nvPr/>
        </p:nvSpPr>
        <p:spPr>
          <a:xfrm>
            <a:off x="459552" y="12503351"/>
            <a:ext cx="15468020" cy="1439580"/>
          </a:xfrm>
          <a:prstGeom prst="rect">
            <a:avLst/>
          </a:prstGeom>
        </p:spPr>
        <p:txBody>
          <a:bodyPr/>
          <a:lstStyle>
            <a:lvl1pPr algn="l" defTabSz="1828709" rtl="0" eaLnBrk="1" latinLnBrk="0" hangingPunct="1">
              <a:lnSpc>
                <a:spcPct val="97000"/>
              </a:lnSpc>
              <a:spcBef>
                <a:spcPct val="0"/>
              </a:spcBef>
              <a:buNone/>
              <a:defRPr sz="4800" b="0" i="0" kern="1200" cap="all" spc="-50" baseline="0">
                <a:solidFill>
                  <a:schemeClr val="tx1"/>
                </a:solidFill>
                <a:latin typeface="+mj-lt"/>
                <a:ea typeface="+mj-ea"/>
                <a:cs typeface="Toyota Type" panose="020B0502020202020204" pitchFamily="34" charset="0"/>
              </a:defRPr>
            </a:lvl1pPr>
          </a:lstStyle>
          <a:p>
            <a:r>
              <a:rPr lang="en-GB" spc="600" dirty="0">
                <a:solidFill>
                  <a:srgbClr val="FFFFFF"/>
                </a:solidFill>
                <a:latin typeface="Segoe UI Variable Small Semibol" pitchFamily="2" charset="0"/>
                <a:ea typeface="Segoe UI Emoji" panose="020B0502040204020203" pitchFamily="34" charset="0"/>
                <a:cs typeface="Toyota Type Semibold" panose="020B0702020202020204" pitchFamily="34" charset="0"/>
              </a:rPr>
              <a:t>|| 3. PROJECT PURPOSE</a:t>
            </a:r>
          </a:p>
        </p:txBody>
      </p:sp>
      <p:sp>
        <p:nvSpPr>
          <p:cNvPr id="10" name="CuadroTexto 9">
            <a:extLst>
              <a:ext uri="{FF2B5EF4-FFF2-40B4-BE49-F238E27FC236}">
                <a16:creationId xmlns:a16="http://schemas.microsoft.com/office/drawing/2014/main" id="{90A03500-451D-94B1-7F62-1F87B5CEB03E}"/>
              </a:ext>
            </a:extLst>
          </p:cNvPr>
          <p:cNvSpPr txBox="1"/>
          <p:nvPr/>
        </p:nvSpPr>
        <p:spPr>
          <a:xfrm>
            <a:off x="3069064" y="2593667"/>
            <a:ext cx="11022164" cy="2339102"/>
          </a:xfrm>
          <a:prstGeom prst="rect">
            <a:avLst/>
          </a:prstGeom>
          <a:noFill/>
        </p:spPr>
        <p:txBody>
          <a:bodyPr wrap="square" rtlCol="0">
            <a:spAutoFit/>
          </a:bodyPr>
          <a:lstStyle/>
          <a:p>
            <a:r>
              <a:rPr lang="en-US" sz="3100" dirty="0">
                <a:solidFill>
                  <a:schemeClr val="tx1">
                    <a:lumMod val="95000"/>
                    <a:lumOff val="5000"/>
                  </a:schemeClr>
                </a:solidFill>
                <a:latin typeface="Segoe UI" panose="020B0502040204020203" pitchFamily="34" charset="0"/>
                <a:cs typeface="Segoe UI" panose="020B0502040204020203" pitchFamily="34" charset="0"/>
              </a:rPr>
              <a:t>The main objective is to evaluate the wind farm’s operational efficiency and historical performance, identifying production deviations and analyzing the impact of weather, operational and maintenance factors</a:t>
            </a:r>
            <a:r>
              <a:rPr lang="es-AR" sz="3100" dirty="0">
                <a:solidFill>
                  <a:schemeClr val="tx1">
                    <a:lumMod val="95000"/>
                    <a:lumOff val="5000"/>
                  </a:schemeClr>
                </a:solidFill>
                <a:latin typeface="Segoe UI" panose="020B0502040204020203" pitchFamily="34" charset="0"/>
                <a:cs typeface="Segoe UI" panose="020B0502040204020203" pitchFamily="34" charset="0"/>
              </a:rPr>
              <a:t>. </a:t>
            </a:r>
            <a:endParaRPr lang="en-US" sz="3100" dirty="0">
              <a:solidFill>
                <a:schemeClr val="tx1">
                  <a:lumMod val="95000"/>
                  <a:lumOff val="5000"/>
                </a:schemeClr>
              </a:solidFill>
              <a:latin typeface="Segoe UI" panose="020B0502040204020203" pitchFamily="34" charset="0"/>
              <a:cs typeface="Segoe UI" panose="020B0502040204020203" pitchFamily="34" charset="0"/>
            </a:endParaRPr>
          </a:p>
          <a:p>
            <a:endParaRPr lang="en-US" dirty="0"/>
          </a:p>
        </p:txBody>
      </p:sp>
      <p:sp>
        <p:nvSpPr>
          <p:cNvPr id="17" name="CuadroTexto 16">
            <a:extLst>
              <a:ext uri="{FF2B5EF4-FFF2-40B4-BE49-F238E27FC236}">
                <a16:creationId xmlns:a16="http://schemas.microsoft.com/office/drawing/2014/main" id="{B7C1ECC6-3193-FEAE-CB37-580BA9C91706}"/>
              </a:ext>
            </a:extLst>
          </p:cNvPr>
          <p:cNvSpPr txBox="1"/>
          <p:nvPr/>
        </p:nvSpPr>
        <p:spPr>
          <a:xfrm>
            <a:off x="3061526" y="5135349"/>
            <a:ext cx="8280007" cy="1077218"/>
          </a:xfrm>
          <a:prstGeom prst="rect">
            <a:avLst/>
          </a:prstGeom>
          <a:noFill/>
        </p:spPr>
        <p:txBody>
          <a:bodyPr wrap="square" rtlCol="0">
            <a:spAutoFit/>
          </a:bodyPr>
          <a:lstStyle/>
          <a:p>
            <a:pPr algn="ctr"/>
            <a:r>
              <a:rPr lang="es-AR" sz="3600" dirty="0">
                <a:solidFill>
                  <a:schemeClr val="tx1">
                    <a:lumMod val="95000"/>
                    <a:lumOff val="5000"/>
                  </a:schemeClr>
                </a:solidFill>
                <a:latin typeface="Segoe UI Variable Text Semibold" pitchFamily="2" charset="0"/>
                <a:cs typeface="Segoe UI" panose="020B0502040204020203" pitchFamily="34" charset="0"/>
              </a:rPr>
              <a:t>3 essential </a:t>
            </a:r>
            <a:r>
              <a:rPr lang="es-AR" sz="3600" dirty="0" err="1">
                <a:solidFill>
                  <a:schemeClr val="tx1">
                    <a:lumMod val="95000"/>
                    <a:lumOff val="5000"/>
                  </a:schemeClr>
                </a:solidFill>
                <a:latin typeface="Segoe UI Variable Text Semibold" pitchFamily="2" charset="0"/>
                <a:cs typeface="Segoe UI" panose="020B0502040204020203" pitchFamily="34" charset="0"/>
              </a:rPr>
              <a:t>components</a:t>
            </a:r>
            <a:r>
              <a:rPr lang="es-AR" sz="3600" dirty="0">
                <a:solidFill>
                  <a:schemeClr val="tx1">
                    <a:lumMod val="95000"/>
                    <a:lumOff val="5000"/>
                  </a:schemeClr>
                </a:solidFill>
                <a:latin typeface="Segoe UI Variable Text Semibold" pitchFamily="2" charset="0"/>
                <a:cs typeface="Segoe UI" panose="020B0502040204020203" pitchFamily="34" charset="0"/>
              </a:rPr>
              <a:t> </a:t>
            </a:r>
            <a:r>
              <a:rPr lang="es-AR" sz="3600" dirty="0" err="1">
                <a:solidFill>
                  <a:schemeClr val="tx1">
                    <a:lumMod val="95000"/>
                    <a:lumOff val="5000"/>
                  </a:schemeClr>
                </a:solidFill>
                <a:latin typeface="Segoe UI Variable Text Semibold" pitchFamily="2" charset="0"/>
                <a:cs typeface="Segoe UI" panose="020B0502040204020203" pitchFamily="34" charset="0"/>
              </a:rPr>
              <a:t>were</a:t>
            </a:r>
            <a:r>
              <a:rPr lang="es-AR" sz="3600" dirty="0">
                <a:solidFill>
                  <a:schemeClr val="tx1">
                    <a:lumMod val="95000"/>
                    <a:lumOff val="5000"/>
                  </a:schemeClr>
                </a:solidFill>
                <a:latin typeface="Segoe UI Variable Text Semibold" pitchFamily="2" charset="0"/>
                <a:cs typeface="Segoe UI" panose="020B0502040204020203" pitchFamily="34" charset="0"/>
              </a:rPr>
              <a:t> analyzed</a:t>
            </a:r>
          </a:p>
          <a:p>
            <a:pPr algn="ctr"/>
            <a:endParaRPr lang="en-US" sz="2800" dirty="0">
              <a:solidFill>
                <a:schemeClr val="tx1">
                  <a:lumMod val="95000"/>
                  <a:lumOff val="5000"/>
                </a:schemeClr>
              </a:solidFill>
              <a:latin typeface="Segoe UI Variable Text Semibold" pitchFamily="2" charset="0"/>
              <a:cs typeface="Segoe UI" panose="020B0502040204020203" pitchFamily="34" charset="0"/>
            </a:endParaRPr>
          </a:p>
        </p:txBody>
      </p:sp>
      <p:grpSp>
        <p:nvGrpSpPr>
          <p:cNvPr id="18" name="Grupo 17">
            <a:extLst>
              <a:ext uri="{FF2B5EF4-FFF2-40B4-BE49-F238E27FC236}">
                <a16:creationId xmlns:a16="http://schemas.microsoft.com/office/drawing/2014/main" id="{840467E9-5826-F35C-C931-0F47C5859C94}"/>
              </a:ext>
            </a:extLst>
          </p:cNvPr>
          <p:cNvGrpSpPr/>
          <p:nvPr/>
        </p:nvGrpSpPr>
        <p:grpSpPr>
          <a:xfrm>
            <a:off x="3305863" y="6212567"/>
            <a:ext cx="8456597" cy="1298383"/>
            <a:chOff x="3305863" y="6212567"/>
            <a:chExt cx="8456597" cy="1298383"/>
          </a:xfrm>
        </p:grpSpPr>
        <p:cxnSp>
          <p:nvCxnSpPr>
            <p:cNvPr id="22" name="Conector: angular 21">
              <a:extLst>
                <a:ext uri="{FF2B5EF4-FFF2-40B4-BE49-F238E27FC236}">
                  <a16:creationId xmlns:a16="http://schemas.microsoft.com/office/drawing/2014/main" id="{19B058A8-0FD6-8F2D-EA6B-D82CD4B83C97}"/>
                </a:ext>
              </a:extLst>
            </p:cNvPr>
            <p:cNvCxnSpPr>
              <a:cxnSpLocks/>
              <a:stCxn id="17" idx="2"/>
              <a:endCxn id="33" idx="3"/>
            </p:cNvCxnSpPr>
            <p:nvPr/>
          </p:nvCxnSpPr>
          <p:spPr>
            <a:xfrm rot="16200000" flipH="1">
              <a:off x="8832804" y="4581292"/>
              <a:ext cx="1298382" cy="4560931"/>
            </a:xfrm>
            <a:prstGeom prst="bentConnector3">
              <a:avLst>
                <a:gd name="adj1" fmla="val 50000"/>
              </a:avLst>
            </a:prstGeom>
            <a:ln w="76200">
              <a:solidFill>
                <a:schemeClr val="tx2">
                  <a:lumMod val="60000"/>
                  <a:lumOff val="40000"/>
                </a:schemeClr>
              </a:solidFill>
              <a:tailEnd type="triangle"/>
            </a:ln>
          </p:spPr>
          <p:style>
            <a:lnRef idx="1">
              <a:schemeClr val="dk1"/>
            </a:lnRef>
            <a:fillRef idx="0">
              <a:schemeClr val="dk1"/>
            </a:fillRef>
            <a:effectRef idx="0">
              <a:schemeClr val="dk1"/>
            </a:effectRef>
            <a:fontRef idx="minor">
              <a:schemeClr val="tx1"/>
            </a:fontRef>
          </p:style>
        </p:cxnSp>
        <p:cxnSp>
          <p:nvCxnSpPr>
            <p:cNvPr id="26" name="Conector: angular 25">
              <a:extLst>
                <a:ext uri="{FF2B5EF4-FFF2-40B4-BE49-F238E27FC236}">
                  <a16:creationId xmlns:a16="http://schemas.microsoft.com/office/drawing/2014/main" id="{7D4D501A-59A9-7316-2355-69722C4ACE4F}"/>
                </a:ext>
              </a:extLst>
            </p:cNvPr>
            <p:cNvCxnSpPr>
              <a:cxnSpLocks/>
              <a:stCxn id="17" idx="2"/>
              <a:endCxn id="31" idx="3"/>
            </p:cNvCxnSpPr>
            <p:nvPr/>
          </p:nvCxnSpPr>
          <p:spPr>
            <a:xfrm rot="5400000">
              <a:off x="4604506" y="4913925"/>
              <a:ext cx="1298382" cy="3895667"/>
            </a:xfrm>
            <a:prstGeom prst="bentConnector3">
              <a:avLst>
                <a:gd name="adj1" fmla="val 50000"/>
              </a:avLst>
            </a:prstGeom>
            <a:ln w="76200">
              <a:solidFill>
                <a:schemeClr val="tx2">
                  <a:lumMod val="60000"/>
                  <a:lumOff val="40000"/>
                </a:schemeClr>
              </a:solidFill>
              <a:tailEnd type="triangle"/>
            </a:ln>
          </p:spPr>
          <p:style>
            <a:lnRef idx="1">
              <a:schemeClr val="dk1"/>
            </a:lnRef>
            <a:fillRef idx="0">
              <a:schemeClr val="dk1"/>
            </a:fillRef>
            <a:effectRef idx="0">
              <a:schemeClr val="dk1"/>
            </a:effectRef>
            <a:fontRef idx="minor">
              <a:schemeClr val="tx1"/>
            </a:fontRef>
          </p:style>
        </p:cxnSp>
        <p:cxnSp>
          <p:nvCxnSpPr>
            <p:cNvPr id="41" name="Conector recto de flecha 40">
              <a:extLst>
                <a:ext uri="{FF2B5EF4-FFF2-40B4-BE49-F238E27FC236}">
                  <a16:creationId xmlns:a16="http://schemas.microsoft.com/office/drawing/2014/main" id="{6E9F28DD-5790-4DCA-511B-B21FC266E67B}"/>
                </a:ext>
              </a:extLst>
            </p:cNvPr>
            <p:cNvCxnSpPr>
              <a:cxnSpLocks/>
            </p:cNvCxnSpPr>
            <p:nvPr/>
          </p:nvCxnSpPr>
          <p:spPr>
            <a:xfrm>
              <a:off x="7196207" y="6678155"/>
              <a:ext cx="0" cy="832794"/>
            </a:xfrm>
            <a:prstGeom prst="straightConnector1">
              <a:avLst/>
            </a:prstGeom>
            <a:ln w="76200">
              <a:solidFill>
                <a:schemeClr val="tx2">
                  <a:lumMod val="60000"/>
                  <a:lumOff val="40000"/>
                </a:schemeClr>
              </a:solidFill>
              <a:tailEnd type="triangle"/>
            </a:ln>
          </p:spPr>
          <p:style>
            <a:lnRef idx="1">
              <a:schemeClr val="dk1"/>
            </a:lnRef>
            <a:fillRef idx="0">
              <a:schemeClr val="dk1"/>
            </a:fillRef>
            <a:effectRef idx="0">
              <a:schemeClr val="dk1"/>
            </a:effectRef>
            <a:fontRef idx="minor">
              <a:schemeClr val="tx1"/>
            </a:fontRef>
          </p:style>
        </p:cxnSp>
      </p:grpSp>
      <p:grpSp>
        <p:nvGrpSpPr>
          <p:cNvPr id="3" name="Grupo 2">
            <a:extLst>
              <a:ext uri="{FF2B5EF4-FFF2-40B4-BE49-F238E27FC236}">
                <a16:creationId xmlns:a16="http://schemas.microsoft.com/office/drawing/2014/main" id="{B08C7258-E554-6B7B-7D66-EDA8369D8F71}"/>
              </a:ext>
            </a:extLst>
          </p:cNvPr>
          <p:cNvGrpSpPr/>
          <p:nvPr/>
        </p:nvGrpSpPr>
        <p:grpSpPr>
          <a:xfrm>
            <a:off x="1618181" y="7501431"/>
            <a:ext cx="3375363" cy="3144194"/>
            <a:chOff x="1618181" y="7501431"/>
            <a:chExt cx="3375363" cy="3144194"/>
          </a:xfrm>
        </p:grpSpPr>
        <p:sp>
          <p:nvSpPr>
            <p:cNvPr id="31" name="Rectángulo: esquinas diagonales redondeadas 30">
              <a:extLst>
                <a:ext uri="{FF2B5EF4-FFF2-40B4-BE49-F238E27FC236}">
                  <a16:creationId xmlns:a16="http://schemas.microsoft.com/office/drawing/2014/main" id="{366079E4-CC59-CA1D-A281-BD27F92B8FAE}"/>
                </a:ext>
              </a:extLst>
            </p:cNvPr>
            <p:cNvSpPr>
              <a:spLocks/>
            </p:cNvSpPr>
            <p:nvPr/>
          </p:nvSpPr>
          <p:spPr>
            <a:xfrm>
              <a:off x="1618181" y="7510949"/>
              <a:ext cx="3375363" cy="962895"/>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1200"/>
                </a:spcBef>
              </a:pPr>
              <a:r>
                <a:rPr lang="es-AR" sz="3800" dirty="0">
                  <a:solidFill>
                    <a:schemeClr val="tx1">
                      <a:lumMod val="95000"/>
                      <a:lumOff val="5000"/>
                    </a:schemeClr>
                  </a:solidFill>
                  <a:latin typeface="Segoe UI Variable Display Semil" pitchFamily="2" charset="0"/>
                  <a:cs typeface="Segoe UI" panose="020B0502040204020203" pitchFamily="34" charset="0"/>
                </a:rPr>
                <a:t>  Climate</a:t>
              </a:r>
              <a:endParaRPr lang="en-US" sz="3800" i="1" dirty="0">
                <a:solidFill>
                  <a:schemeClr val="tx1">
                    <a:lumMod val="95000"/>
                    <a:lumOff val="5000"/>
                  </a:schemeClr>
                </a:solidFill>
                <a:latin typeface="Segoe UI Variable Display Semil" pitchFamily="2" charset="0"/>
                <a:ea typeface="Segoe UI Emoji" panose="020B0502040204020203" pitchFamily="34" charset="0"/>
                <a:cs typeface="Segoe UI" panose="020B0502040204020203" pitchFamily="34" charset="0"/>
              </a:endParaRPr>
            </a:p>
          </p:txBody>
        </p:sp>
        <p:pic>
          <p:nvPicPr>
            <p:cNvPr id="47" name="Imagen 46" descr="Icono  El contenido generado por IA puede ser incorrecto.">
              <a:extLst>
                <a:ext uri="{FF2B5EF4-FFF2-40B4-BE49-F238E27FC236}">
                  <a16:creationId xmlns:a16="http://schemas.microsoft.com/office/drawing/2014/main" id="{1AC028A4-CCFB-C57E-8808-50D656AE28EC}"/>
                </a:ext>
              </a:extLst>
            </p:cNvPr>
            <p:cNvPicPr>
              <a:picLocks noChangeAspect="1"/>
            </p:cNvPicPr>
            <p:nvPr/>
          </p:nvPicPr>
          <p:blipFill>
            <a:blip r:embed="rId4"/>
            <a:stretch>
              <a:fillRect/>
            </a:stretch>
          </p:blipFill>
          <p:spPr>
            <a:xfrm>
              <a:off x="2520126" y="9038747"/>
              <a:ext cx="1606878" cy="1606878"/>
            </a:xfrm>
            <a:prstGeom prst="rect">
              <a:avLst/>
            </a:prstGeom>
          </p:spPr>
        </p:pic>
        <p:sp>
          <p:nvSpPr>
            <p:cNvPr id="74" name="CuadroTexto 73">
              <a:extLst>
                <a:ext uri="{FF2B5EF4-FFF2-40B4-BE49-F238E27FC236}">
                  <a16:creationId xmlns:a16="http://schemas.microsoft.com/office/drawing/2014/main" id="{51F06109-34A7-9F6C-1F6E-BA175D696828}"/>
                </a:ext>
              </a:extLst>
            </p:cNvPr>
            <p:cNvSpPr txBox="1"/>
            <p:nvPr/>
          </p:nvSpPr>
          <p:spPr>
            <a:xfrm>
              <a:off x="1972191" y="7501431"/>
              <a:ext cx="1153627" cy="830997"/>
            </a:xfrm>
            <a:prstGeom prst="rect">
              <a:avLst/>
            </a:prstGeom>
            <a:noFill/>
          </p:spPr>
          <p:txBody>
            <a:bodyPr wrap="square" rtlCol="0">
              <a:spAutoFit/>
            </a:bodyPr>
            <a:lstStyle/>
            <a:p>
              <a:r>
                <a:rPr lang="es-AR" sz="4800" b="1" i="1" dirty="0">
                  <a:latin typeface="Segoe UI" panose="020B0502040204020203" pitchFamily="34" charset="0"/>
                  <a:cs typeface="Segoe UI" panose="020B0502040204020203" pitchFamily="34" charset="0"/>
                </a:rPr>
                <a:t>a. </a:t>
              </a:r>
              <a:endParaRPr lang="en-US" sz="4800" b="1" i="1" dirty="0">
                <a:latin typeface="Segoe UI" panose="020B0502040204020203" pitchFamily="34" charset="0"/>
                <a:cs typeface="Segoe UI" panose="020B0502040204020203" pitchFamily="34" charset="0"/>
              </a:endParaRPr>
            </a:p>
          </p:txBody>
        </p:sp>
      </p:grpSp>
      <p:grpSp>
        <p:nvGrpSpPr>
          <p:cNvPr id="4" name="Grupo 3">
            <a:extLst>
              <a:ext uri="{FF2B5EF4-FFF2-40B4-BE49-F238E27FC236}">
                <a16:creationId xmlns:a16="http://schemas.microsoft.com/office/drawing/2014/main" id="{13CA0351-51D0-16DF-8D12-E4AEDA836079}"/>
              </a:ext>
            </a:extLst>
          </p:cNvPr>
          <p:cNvGrpSpPr/>
          <p:nvPr/>
        </p:nvGrpSpPr>
        <p:grpSpPr>
          <a:xfrm>
            <a:off x="5344206" y="7510949"/>
            <a:ext cx="3895667" cy="3137245"/>
            <a:chOff x="5344206" y="7510949"/>
            <a:chExt cx="3895667" cy="3137245"/>
          </a:xfrm>
        </p:grpSpPr>
        <p:sp>
          <p:nvSpPr>
            <p:cNvPr id="32" name="Rectángulo: esquinas diagonales redondeadas 31">
              <a:extLst>
                <a:ext uri="{FF2B5EF4-FFF2-40B4-BE49-F238E27FC236}">
                  <a16:creationId xmlns:a16="http://schemas.microsoft.com/office/drawing/2014/main" id="{5B685BB9-F94C-9D3C-B505-37315F1D8F7F}"/>
                </a:ext>
              </a:extLst>
            </p:cNvPr>
            <p:cNvSpPr>
              <a:spLocks/>
            </p:cNvSpPr>
            <p:nvPr/>
          </p:nvSpPr>
          <p:spPr>
            <a:xfrm>
              <a:off x="5344206" y="7510949"/>
              <a:ext cx="3895667" cy="962895"/>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1200"/>
                </a:spcBef>
              </a:pPr>
              <a:r>
                <a:rPr lang="es-AR" sz="3800" dirty="0">
                  <a:solidFill>
                    <a:schemeClr val="tx1">
                      <a:lumMod val="95000"/>
                      <a:lumOff val="5000"/>
                    </a:schemeClr>
                  </a:solidFill>
                  <a:latin typeface="Segoe UI Variable Display Semil" pitchFamily="2" charset="0"/>
                  <a:cs typeface="Segoe UI" panose="020B0502040204020203" pitchFamily="34" charset="0"/>
                </a:rPr>
                <a:t>    Production</a:t>
              </a:r>
              <a:endParaRPr lang="en-US" sz="3800" dirty="0">
                <a:solidFill>
                  <a:schemeClr val="tx1">
                    <a:lumMod val="95000"/>
                    <a:lumOff val="5000"/>
                  </a:schemeClr>
                </a:solidFill>
                <a:latin typeface="Segoe UI Variable Display Semil" pitchFamily="2" charset="0"/>
                <a:cs typeface="Segoe UI" panose="020B0502040204020203" pitchFamily="34" charset="0"/>
              </a:endParaRPr>
            </a:p>
          </p:txBody>
        </p:sp>
        <p:pic>
          <p:nvPicPr>
            <p:cNvPr id="48" name="Imagen 47">
              <a:extLst>
                <a:ext uri="{FF2B5EF4-FFF2-40B4-BE49-F238E27FC236}">
                  <a16:creationId xmlns:a16="http://schemas.microsoft.com/office/drawing/2014/main" id="{84842FB6-19C2-28C9-0466-FFF8E02A8C1B}"/>
                </a:ext>
              </a:extLst>
            </p:cNvPr>
            <p:cNvPicPr>
              <a:picLocks noChangeAspect="1"/>
            </p:cNvPicPr>
            <p:nvPr/>
          </p:nvPicPr>
          <p:blipFill>
            <a:blip r:embed="rId5"/>
            <a:stretch>
              <a:fillRect/>
            </a:stretch>
          </p:blipFill>
          <p:spPr>
            <a:xfrm>
              <a:off x="6633779" y="9036178"/>
              <a:ext cx="1612016" cy="1612016"/>
            </a:xfrm>
            <a:prstGeom prst="rect">
              <a:avLst/>
            </a:prstGeom>
          </p:spPr>
        </p:pic>
        <p:sp>
          <p:nvSpPr>
            <p:cNvPr id="75" name="CuadroTexto 74">
              <a:extLst>
                <a:ext uri="{FF2B5EF4-FFF2-40B4-BE49-F238E27FC236}">
                  <a16:creationId xmlns:a16="http://schemas.microsoft.com/office/drawing/2014/main" id="{4CE90C6C-81B3-1E9F-28D9-9793D6F03BCD}"/>
                </a:ext>
              </a:extLst>
            </p:cNvPr>
            <p:cNvSpPr txBox="1"/>
            <p:nvPr/>
          </p:nvSpPr>
          <p:spPr>
            <a:xfrm>
              <a:off x="5623766" y="7545456"/>
              <a:ext cx="1153627" cy="830997"/>
            </a:xfrm>
            <a:prstGeom prst="rect">
              <a:avLst/>
            </a:prstGeom>
            <a:noFill/>
          </p:spPr>
          <p:txBody>
            <a:bodyPr wrap="square" rtlCol="0">
              <a:spAutoFit/>
            </a:bodyPr>
            <a:lstStyle/>
            <a:p>
              <a:r>
                <a:rPr lang="es-AR" sz="4800" b="1" i="1" dirty="0">
                  <a:latin typeface="Segoe UI" panose="020B0502040204020203" pitchFamily="34" charset="0"/>
                  <a:cs typeface="Segoe UI" panose="020B0502040204020203" pitchFamily="34" charset="0"/>
                </a:rPr>
                <a:t>b.</a:t>
              </a:r>
              <a:endParaRPr lang="en-US" sz="4800" b="1" i="1" dirty="0">
                <a:latin typeface="Segoe UI" panose="020B0502040204020203" pitchFamily="34" charset="0"/>
                <a:cs typeface="Segoe UI" panose="020B0502040204020203" pitchFamily="34" charset="0"/>
              </a:endParaRPr>
            </a:p>
          </p:txBody>
        </p:sp>
      </p:grpSp>
      <p:grpSp>
        <p:nvGrpSpPr>
          <p:cNvPr id="5" name="Grupo 4">
            <a:extLst>
              <a:ext uri="{FF2B5EF4-FFF2-40B4-BE49-F238E27FC236}">
                <a16:creationId xmlns:a16="http://schemas.microsoft.com/office/drawing/2014/main" id="{EB457CBA-41DB-60FE-F26B-E944FBE5CDE7}"/>
              </a:ext>
            </a:extLst>
          </p:cNvPr>
          <p:cNvGrpSpPr/>
          <p:nvPr/>
        </p:nvGrpSpPr>
        <p:grpSpPr>
          <a:xfrm>
            <a:off x="9561068" y="7510949"/>
            <a:ext cx="4402785" cy="3134676"/>
            <a:chOff x="9561068" y="7510949"/>
            <a:chExt cx="4402785" cy="3134676"/>
          </a:xfrm>
        </p:grpSpPr>
        <p:sp>
          <p:nvSpPr>
            <p:cNvPr id="33" name="Rectángulo: esquinas diagonales redondeadas 32">
              <a:extLst>
                <a:ext uri="{FF2B5EF4-FFF2-40B4-BE49-F238E27FC236}">
                  <a16:creationId xmlns:a16="http://schemas.microsoft.com/office/drawing/2014/main" id="{1E5DDE38-263B-FAB0-BCAB-89AAAEDE0247}"/>
                </a:ext>
              </a:extLst>
            </p:cNvPr>
            <p:cNvSpPr>
              <a:spLocks/>
            </p:cNvSpPr>
            <p:nvPr/>
          </p:nvSpPr>
          <p:spPr>
            <a:xfrm>
              <a:off x="9561068" y="7510949"/>
              <a:ext cx="4402785" cy="962895"/>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1200"/>
                </a:spcBef>
              </a:pPr>
              <a:r>
                <a:rPr lang="es-AR" sz="3800" dirty="0">
                  <a:solidFill>
                    <a:schemeClr val="tx1">
                      <a:lumMod val="95000"/>
                      <a:lumOff val="5000"/>
                    </a:schemeClr>
                  </a:solidFill>
                  <a:latin typeface="Segoe UI Variable Display Semil" pitchFamily="2" charset="0"/>
                  <a:cs typeface="Segoe UI" panose="020B0502040204020203" pitchFamily="34" charset="0"/>
                </a:rPr>
                <a:t>    Maintenance</a:t>
              </a:r>
              <a:endParaRPr lang="en-US" sz="3800" dirty="0">
                <a:solidFill>
                  <a:schemeClr val="tx1">
                    <a:lumMod val="95000"/>
                    <a:lumOff val="5000"/>
                  </a:schemeClr>
                </a:solidFill>
                <a:latin typeface="Segoe UI Variable Display Semil" pitchFamily="2" charset="0"/>
                <a:cs typeface="Segoe UI" panose="020B0502040204020203" pitchFamily="34" charset="0"/>
              </a:endParaRPr>
            </a:p>
          </p:txBody>
        </p:sp>
        <p:pic>
          <p:nvPicPr>
            <p:cNvPr id="51" name="Imagen 50" descr="Icono  El contenido generado por IA puede ser incorrecto.">
              <a:extLst>
                <a:ext uri="{FF2B5EF4-FFF2-40B4-BE49-F238E27FC236}">
                  <a16:creationId xmlns:a16="http://schemas.microsoft.com/office/drawing/2014/main" id="{5046B817-558A-F516-8B0A-8FC1611DCB43}"/>
                </a:ext>
              </a:extLst>
            </p:cNvPr>
            <p:cNvPicPr>
              <a:picLocks noChangeAspect="1"/>
            </p:cNvPicPr>
            <p:nvPr/>
          </p:nvPicPr>
          <p:blipFill>
            <a:blip r:embed="rId6"/>
            <a:stretch>
              <a:fillRect/>
            </a:stretch>
          </p:blipFill>
          <p:spPr>
            <a:xfrm>
              <a:off x="10735317" y="9038747"/>
              <a:ext cx="1606878" cy="1606878"/>
            </a:xfrm>
            <a:prstGeom prst="rect">
              <a:avLst/>
            </a:prstGeom>
          </p:spPr>
        </p:pic>
        <p:sp>
          <p:nvSpPr>
            <p:cNvPr id="76" name="CuadroTexto 75">
              <a:extLst>
                <a:ext uri="{FF2B5EF4-FFF2-40B4-BE49-F238E27FC236}">
                  <a16:creationId xmlns:a16="http://schemas.microsoft.com/office/drawing/2014/main" id="{5678F62E-D37E-D098-F90F-C4FD6581416F}"/>
                </a:ext>
              </a:extLst>
            </p:cNvPr>
            <p:cNvSpPr txBox="1"/>
            <p:nvPr/>
          </p:nvSpPr>
          <p:spPr>
            <a:xfrm>
              <a:off x="9933486" y="7529682"/>
              <a:ext cx="1153627" cy="830997"/>
            </a:xfrm>
            <a:prstGeom prst="rect">
              <a:avLst/>
            </a:prstGeom>
            <a:noFill/>
          </p:spPr>
          <p:txBody>
            <a:bodyPr wrap="square" rtlCol="0">
              <a:spAutoFit/>
            </a:bodyPr>
            <a:lstStyle/>
            <a:p>
              <a:r>
                <a:rPr lang="es-AR" sz="4800" b="1" i="1" dirty="0">
                  <a:latin typeface="Segoe UI" panose="020B0502040204020203" pitchFamily="34" charset="0"/>
                  <a:cs typeface="Segoe UI" panose="020B0502040204020203" pitchFamily="34" charset="0"/>
                </a:rPr>
                <a:t>c. </a:t>
              </a:r>
              <a:endParaRPr lang="en-US" sz="4800" b="1" i="1" dirty="0">
                <a:latin typeface="Segoe UI" panose="020B0502040204020203" pitchFamily="34" charset="0"/>
                <a:cs typeface="Segoe UI" panose="020B0502040204020203" pitchFamily="34" charset="0"/>
              </a:endParaRPr>
            </a:p>
          </p:txBody>
        </p:sp>
      </p:grpSp>
      <p:sp>
        <p:nvSpPr>
          <p:cNvPr id="87" name="CuadroTexto 86">
            <a:extLst>
              <a:ext uri="{FF2B5EF4-FFF2-40B4-BE49-F238E27FC236}">
                <a16:creationId xmlns:a16="http://schemas.microsoft.com/office/drawing/2014/main" id="{034FEA4F-AD87-6A2E-EDB4-1258ABD59A02}"/>
              </a:ext>
            </a:extLst>
          </p:cNvPr>
          <p:cNvSpPr txBox="1"/>
          <p:nvPr/>
        </p:nvSpPr>
        <p:spPr>
          <a:xfrm>
            <a:off x="3273319" y="1086557"/>
            <a:ext cx="4281127" cy="1107996"/>
          </a:xfrm>
          <a:prstGeom prst="rect">
            <a:avLst/>
          </a:prstGeom>
          <a:noFill/>
        </p:spPr>
        <p:txBody>
          <a:bodyPr wrap="square" rtlCol="0">
            <a:spAutoFit/>
          </a:bodyPr>
          <a:lstStyle/>
          <a:p>
            <a:r>
              <a:rPr lang="es-AR" sz="6600" spc="600" dirty="0">
                <a:solidFill>
                  <a:srgbClr val="454545"/>
                </a:solidFill>
                <a:latin typeface="Segoe UI Variable Display Light" pitchFamily="2" charset="0"/>
              </a:rPr>
              <a:t>Objective</a:t>
            </a:r>
            <a:endParaRPr lang="en-US" sz="7200" spc="600" dirty="0">
              <a:solidFill>
                <a:srgbClr val="454545"/>
              </a:solidFill>
              <a:latin typeface="Segoe UI Variable Display Light" pitchFamily="2" charset="0"/>
            </a:endParaRPr>
          </a:p>
        </p:txBody>
      </p:sp>
      <p:grpSp>
        <p:nvGrpSpPr>
          <p:cNvPr id="19" name="Grupo 18">
            <a:extLst>
              <a:ext uri="{FF2B5EF4-FFF2-40B4-BE49-F238E27FC236}">
                <a16:creationId xmlns:a16="http://schemas.microsoft.com/office/drawing/2014/main" id="{3689A732-4DE6-F5B8-B457-B15B2E615809}"/>
              </a:ext>
            </a:extLst>
          </p:cNvPr>
          <p:cNvGrpSpPr/>
          <p:nvPr/>
        </p:nvGrpSpPr>
        <p:grpSpPr>
          <a:xfrm>
            <a:off x="14519882" y="1688922"/>
            <a:ext cx="8597835" cy="2969818"/>
            <a:chOff x="14519882" y="1688922"/>
            <a:chExt cx="8597835" cy="2969818"/>
          </a:xfrm>
        </p:grpSpPr>
        <p:sp>
          <p:nvSpPr>
            <p:cNvPr id="66" name="CuadroTexto 65">
              <a:extLst>
                <a:ext uri="{FF2B5EF4-FFF2-40B4-BE49-F238E27FC236}">
                  <a16:creationId xmlns:a16="http://schemas.microsoft.com/office/drawing/2014/main" id="{45A692CE-8065-E752-AFD8-B8F7150B6115}"/>
                </a:ext>
              </a:extLst>
            </p:cNvPr>
            <p:cNvSpPr txBox="1"/>
            <p:nvPr/>
          </p:nvSpPr>
          <p:spPr>
            <a:xfrm>
              <a:off x="14878169" y="2891957"/>
              <a:ext cx="8008105" cy="1661993"/>
            </a:xfrm>
            <a:prstGeom prst="rect">
              <a:avLst/>
            </a:prstGeom>
            <a:noFill/>
          </p:spPr>
          <p:txBody>
            <a:bodyPr wrap="square" rtlCol="0">
              <a:spAutoFit/>
            </a:bodyPr>
            <a:lstStyle/>
            <a:p>
              <a:pPr algn="ctr"/>
              <a:r>
                <a:rPr lang="en-US" sz="2800" i="1" dirty="0">
                  <a:solidFill>
                    <a:schemeClr val="tx1">
                      <a:lumMod val="95000"/>
                      <a:lumOff val="5000"/>
                    </a:schemeClr>
                  </a:solidFill>
                  <a:latin typeface="Segoe UI" panose="020B0502040204020203" pitchFamily="34" charset="0"/>
                  <a:cs typeface="Segoe UI" panose="020B0502040204020203" pitchFamily="34" charset="0"/>
                </a:rPr>
                <a:t>Due to wind variability, historical data analysis is essential to identify performance trends and seasonal patterns.</a:t>
              </a:r>
              <a:endParaRPr lang="es-ES" sz="2800" i="1" dirty="0">
                <a:solidFill>
                  <a:schemeClr val="tx1">
                    <a:lumMod val="95000"/>
                    <a:lumOff val="5000"/>
                  </a:schemeClr>
                </a:solidFill>
                <a:latin typeface="Segoe UI" panose="020B0502040204020203" pitchFamily="34" charset="0"/>
                <a:cs typeface="Segoe UI" panose="020B0502040204020203" pitchFamily="34" charset="0"/>
              </a:endParaRPr>
            </a:p>
            <a:p>
              <a:pPr algn="ctr"/>
              <a:endParaRPr lang="en-US" i="1" dirty="0"/>
            </a:p>
          </p:txBody>
        </p:sp>
        <p:grpSp>
          <p:nvGrpSpPr>
            <p:cNvPr id="13" name="Grupo 12">
              <a:extLst>
                <a:ext uri="{FF2B5EF4-FFF2-40B4-BE49-F238E27FC236}">
                  <a16:creationId xmlns:a16="http://schemas.microsoft.com/office/drawing/2014/main" id="{50FC23C9-384D-55AF-141A-6C8FE38AC5BC}"/>
                </a:ext>
              </a:extLst>
            </p:cNvPr>
            <p:cNvGrpSpPr/>
            <p:nvPr/>
          </p:nvGrpSpPr>
          <p:grpSpPr>
            <a:xfrm>
              <a:off x="14519882" y="1688922"/>
              <a:ext cx="8597835" cy="2969818"/>
              <a:chOff x="14519882" y="1688922"/>
              <a:chExt cx="8597835" cy="2969818"/>
            </a:xfrm>
          </p:grpSpPr>
          <p:sp>
            <p:nvSpPr>
              <p:cNvPr id="101" name="Rectángulo: esquinas diagonales redondeadas 100">
                <a:extLst>
                  <a:ext uri="{FF2B5EF4-FFF2-40B4-BE49-F238E27FC236}">
                    <a16:creationId xmlns:a16="http://schemas.microsoft.com/office/drawing/2014/main" id="{38480168-AE57-CDCD-7B88-E87286B14A31}"/>
                  </a:ext>
                </a:extLst>
              </p:cNvPr>
              <p:cNvSpPr/>
              <p:nvPr/>
            </p:nvSpPr>
            <p:spPr>
              <a:xfrm>
                <a:off x="14519882" y="2654407"/>
                <a:ext cx="8597835" cy="2004333"/>
              </a:xfrm>
              <a:prstGeom prst="round2DiagRect">
                <a:avLst/>
              </a:prstGeom>
              <a:solidFill>
                <a:srgbClr val="33CDCD">
                  <a:alpha val="20000"/>
                </a:srgb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8" name="Grupo 97">
                <a:extLst>
                  <a:ext uri="{FF2B5EF4-FFF2-40B4-BE49-F238E27FC236}">
                    <a16:creationId xmlns:a16="http://schemas.microsoft.com/office/drawing/2014/main" id="{E78A2AC6-C7F2-18BB-16A2-FD82A68343FF}"/>
                  </a:ext>
                </a:extLst>
              </p:cNvPr>
              <p:cNvGrpSpPr/>
              <p:nvPr/>
            </p:nvGrpSpPr>
            <p:grpSpPr>
              <a:xfrm>
                <a:off x="18231233" y="1688922"/>
                <a:ext cx="1294683" cy="1200329"/>
                <a:chOff x="18337558" y="2475727"/>
                <a:chExt cx="1294683" cy="1200329"/>
              </a:xfrm>
            </p:grpSpPr>
            <p:sp>
              <p:nvSpPr>
                <p:cNvPr id="71" name="Elipse 70">
                  <a:extLst>
                    <a:ext uri="{FF2B5EF4-FFF2-40B4-BE49-F238E27FC236}">
                      <a16:creationId xmlns:a16="http://schemas.microsoft.com/office/drawing/2014/main" id="{9C92EC2E-7976-7871-16B8-22276864FA90}"/>
                    </a:ext>
                  </a:extLst>
                </p:cNvPr>
                <p:cNvSpPr/>
                <p:nvPr/>
              </p:nvSpPr>
              <p:spPr>
                <a:xfrm>
                  <a:off x="18337558" y="2475727"/>
                  <a:ext cx="1294683" cy="1200329"/>
                </a:xfrm>
                <a:prstGeom prst="ellipse">
                  <a:avLst/>
                </a:prstGeom>
                <a:solidFill>
                  <a:srgbClr val="00B0F0"/>
                </a:solidFill>
                <a:ln w="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CuadroTexto 79">
                  <a:extLst>
                    <a:ext uri="{FF2B5EF4-FFF2-40B4-BE49-F238E27FC236}">
                      <a16:creationId xmlns:a16="http://schemas.microsoft.com/office/drawing/2014/main" id="{0F402538-5655-ED81-70B8-8877637F70E4}"/>
                    </a:ext>
                  </a:extLst>
                </p:cNvPr>
                <p:cNvSpPr txBox="1"/>
                <p:nvPr/>
              </p:nvSpPr>
              <p:spPr>
                <a:xfrm>
                  <a:off x="18388631" y="2590487"/>
                  <a:ext cx="1153627" cy="830997"/>
                </a:xfrm>
                <a:prstGeom prst="rect">
                  <a:avLst/>
                </a:prstGeom>
                <a:noFill/>
              </p:spPr>
              <p:txBody>
                <a:bodyPr wrap="square" rtlCol="0">
                  <a:spAutoFit/>
                </a:bodyPr>
                <a:lstStyle/>
                <a:p>
                  <a:pPr algn="ctr"/>
                  <a:r>
                    <a:rPr lang="es-AR" sz="4800" b="1" i="1" dirty="0">
                      <a:solidFill>
                        <a:schemeClr val="bg1"/>
                      </a:solidFill>
                      <a:latin typeface="Segoe UI" panose="020B0502040204020203" pitchFamily="34" charset="0"/>
                      <a:cs typeface="Segoe UI" panose="020B0502040204020203" pitchFamily="34" charset="0"/>
                    </a:rPr>
                    <a:t>a</a:t>
                  </a:r>
                  <a:endParaRPr lang="en-US" sz="4800" b="1" i="1" dirty="0">
                    <a:solidFill>
                      <a:schemeClr val="bg1"/>
                    </a:solidFill>
                    <a:latin typeface="Segoe UI" panose="020B0502040204020203" pitchFamily="34" charset="0"/>
                    <a:cs typeface="Segoe UI" panose="020B0502040204020203" pitchFamily="34" charset="0"/>
                  </a:endParaRPr>
                </a:p>
              </p:txBody>
            </p:sp>
          </p:grpSp>
        </p:grpSp>
      </p:grpSp>
      <p:grpSp>
        <p:nvGrpSpPr>
          <p:cNvPr id="20" name="Grupo 19">
            <a:extLst>
              <a:ext uri="{FF2B5EF4-FFF2-40B4-BE49-F238E27FC236}">
                <a16:creationId xmlns:a16="http://schemas.microsoft.com/office/drawing/2014/main" id="{F292C6A9-990E-397D-678B-CC10256D63F7}"/>
              </a:ext>
            </a:extLst>
          </p:cNvPr>
          <p:cNvGrpSpPr/>
          <p:nvPr/>
        </p:nvGrpSpPr>
        <p:grpSpPr>
          <a:xfrm>
            <a:off x="14444063" y="4716667"/>
            <a:ext cx="8876316" cy="2708823"/>
            <a:chOff x="14444063" y="4716667"/>
            <a:chExt cx="8876316" cy="2708823"/>
          </a:xfrm>
        </p:grpSpPr>
        <p:sp>
          <p:nvSpPr>
            <p:cNvPr id="73" name="CuadroTexto 72">
              <a:extLst>
                <a:ext uri="{FF2B5EF4-FFF2-40B4-BE49-F238E27FC236}">
                  <a16:creationId xmlns:a16="http://schemas.microsoft.com/office/drawing/2014/main" id="{DE251C45-17E9-313C-39A8-D92BA4C3375D}"/>
                </a:ext>
              </a:extLst>
            </p:cNvPr>
            <p:cNvSpPr txBox="1"/>
            <p:nvPr/>
          </p:nvSpPr>
          <p:spPr>
            <a:xfrm>
              <a:off x="14444063" y="5966617"/>
              <a:ext cx="8876316" cy="954107"/>
            </a:xfrm>
            <a:prstGeom prst="rect">
              <a:avLst/>
            </a:prstGeom>
            <a:noFill/>
          </p:spPr>
          <p:txBody>
            <a:bodyPr wrap="square" rtlCol="0">
              <a:spAutoFit/>
            </a:bodyPr>
            <a:lstStyle/>
            <a:p>
              <a:pPr algn="ctr"/>
              <a:r>
                <a:rPr lang="es-ES" sz="2800" i="1" dirty="0">
                  <a:solidFill>
                    <a:schemeClr val="tx1">
                      <a:lumMod val="95000"/>
                      <a:lumOff val="5000"/>
                    </a:schemeClr>
                  </a:solidFill>
                  <a:latin typeface="Segoe UI" panose="020B0502040204020203" pitchFamily="34" charset="0"/>
                  <a:cs typeface="Segoe UI" panose="020B0502040204020203" pitchFamily="34" charset="0"/>
                </a:rPr>
                <a:t>Production fluctuations allow identification of energy losses and understanding of real performance.</a:t>
              </a:r>
              <a:endParaRPr lang="en-US" sz="2800" i="1" dirty="0">
                <a:solidFill>
                  <a:schemeClr val="tx1">
                    <a:lumMod val="95000"/>
                    <a:lumOff val="5000"/>
                  </a:schemeClr>
                </a:solidFill>
                <a:latin typeface="Segoe UI" panose="020B0502040204020203" pitchFamily="34" charset="0"/>
                <a:cs typeface="Segoe UI" panose="020B0502040204020203" pitchFamily="34" charset="0"/>
              </a:endParaRPr>
            </a:p>
          </p:txBody>
        </p:sp>
        <p:grpSp>
          <p:nvGrpSpPr>
            <p:cNvPr id="15" name="Grupo 14">
              <a:extLst>
                <a:ext uri="{FF2B5EF4-FFF2-40B4-BE49-F238E27FC236}">
                  <a16:creationId xmlns:a16="http://schemas.microsoft.com/office/drawing/2014/main" id="{519F9B83-5F92-5D17-B550-F28285B893EE}"/>
                </a:ext>
              </a:extLst>
            </p:cNvPr>
            <p:cNvGrpSpPr/>
            <p:nvPr/>
          </p:nvGrpSpPr>
          <p:grpSpPr>
            <a:xfrm>
              <a:off x="14632963" y="4716667"/>
              <a:ext cx="8597835" cy="2708823"/>
              <a:chOff x="14632963" y="4716667"/>
              <a:chExt cx="8597835" cy="2708823"/>
            </a:xfrm>
          </p:grpSpPr>
          <p:sp>
            <p:nvSpPr>
              <p:cNvPr id="104" name="Rectángulo: esquinas diagonales redondeadas 103">
                <a:extLst>
                  <a:ext uri="{FF2B5EF4-FFF2-40B4-BE49-F238E27FC236}">
                    <a16:creationId xmlns:a16="http://schemas.microsoft.com/office/drawing/2014/main" id="{4F6C8FD5-384C-050E-1311-0193E7C2754F}"/>
                  </a:ext>
                </a:extLst>
              </p:cNvPr>
              <p:cNvSpPr/>
              <p:nvPr/>
            </p:nvSpPr>
            <p:spPr>
              <a:xfrm>
                <a:off x="14632963" y="5421157"/>
                <a:ext cx="8597835" cy="2004333"/>
              </a:xfrm>
              <a:prstGeom prst="round2DiagRect">
                <a:avLst/>
              </a:prstGeom>
              <a:solidFill>
                <a:srgbClr val="33CDCD">
                  <a:alpha val="20000"/>
                </a:srgb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2" name="Grupo 91">
                <a:extLst>
                  <a:ext uri="{FF2B5EF4-FFF2-40B4-BE49-F238E27FC236}">
                    <a16:creationId xmlns:a16="http://schemas.microsoft.com/office/drawing/2014/main" id="{E3E6AE96-FF4F-212D-3C55-028C9738E523}"/>
                  </a:ext>
                </a:extLst>
              </p:cNvPr>
              <p:cNvGrpSpPr/>
              <p:nvPr/>
            </p:nvGrpSpPr>
            <p:grpSpPr>
              <a:xfrm>
                <a:off x="18231233" y="4716667"/>
                <a:ext cx="1294683" cy="1200329"/>
                <a:chOff x="14652822" y="1494852"/>
                <a:chExt cx="1294683" cy="1200329"/>
              </a:xfrm>
            </p:grpSpPr>
            <p:sp>
              <p:nvSpPr>
                <p:cNvPr id="93" name="Elipse 92">
                  <a:extLst>
                    <a:ext uri="{FF2B5EF4-FFF2-40B4-BE49-F238E27FC236}">
                      <a16:creationId xmlns:a16="http://schemas.microsoft.com/office/drawing/2014/main" id="{CE03520E-01F6-8972-4C3D-A7B6D39C33E3}"/>
                    </a:ext>
                  </a:extLst>
                </p:cNvPr>
                <p:cNvSpPr/>
                <p:nvPr/>
              </p:nvSpPr>
              <p:spPr>
                <a:xfrm>
                  <a:off x="14652822" y="1494852"/>
                  <a:ext cx="1294683" cy="1200329"/>
                </a:xfrm>
                <a:prstGeom prst="ellipse">
                  <a:avLst/>
                </a:prstGeom>
                <a:solidFill>
                  <a:srgbClr val="00B0F0"/>
                </a:solidFill>
                <a:ln w="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CuadroTexto 93">
                  <a:extLst>
                    <a:ext uri="{FF2B5EF4-FFF2-40B4-BE49-F238E27FC236}">
                      <a16:creationId xmlns:a16="http://schemas.microsoft.com/office/drawing/2014/main" id="{0B249BAE-F8A7-5A18-6102-8ABF621EFDF2}"/>
                    </a:ext>
                  </a:extLst>
                </p:cNvPr>
                <p:cNvSpPr txBox="1"/>
                <p:nvPr/>
              </p:nvSpPr>
              <p:spPr>
                <a:xfrm>
                  <a:off x="14723681" y="1663855"/>
                  <a:ext cx="1153627" cy="830997"/>
                </a:xfrm>
                <a:prstGeom prst="rect">
                  <a:avLst/>
                </a:prstGeom>
                <a:noFill/>
              </p:spPr>
              <p:txBody>
                <a:bodyPr wrap="square" rtlCol="0">
                  <a:spAutoFit/>
                </a:bodyPr>
                <a:lstStyle/>
                <a:p>
                  <a:pPr algn="ctr"/>
                  <a:r>
                    <a:rPr lang="es-AR" sz="4800" b="1" i="1" dirty="0">
                      <a:solidFill>
                        <a:schemeClr val="bg1"/>
                      </a:solidFill>
                      <a:latin typeface="Segoe UI" panose="020B0502040204020203" pitchFamily="34" charset="0"/>
                      <a:cs typeface="Segoe UI" panose="020B0502040204020203" pitchFamily="34" charset="0"/>
                    </a:rPr>
                    <a:t>b</a:t>
                  </a:r>
                  <a:endParaRPr lang="en-US" sz="4800" b="1" i="1" dirty="0">
                    <a:solidFill>
                      <a:schemeClr val="bg1"/>
                    </a:solidFill>
                    <a:latin typeface="Segoe UI" panose="020B0502040204020203" pitchFamily="34" charset="0"/>
                    <a:cs typeface="Segoe UI" panose="020B0502040204020203" pitchFamily="34" charset="0"/>
                  </a:endParaRPr>
                </a:p>
              </p:txBody>
            </p:sp>
          </p:grpSp>
        </p:grpSp>
      </p:grpSp>
      <p:grpSp>
        <p:nvGrpSpPr>
          <p:cNvPr id="21" name="Grupo 20">
            <a:extLst>
              <a:ext uri="{FF2B5EF4-FFF2-40B4-BE49-F238E27FC236}">
                <a16:creationId xmlns:a16="http://schemas.microsoft.com/office/drawing/2014/main" id="{D2B72F4E-9E6A-C120-E5E9-04145F572EF9}"/>
              </a:ext>
            </a:extLst>
          </p:cNvPr>
          <p:cNvGrpSpPr/>
          <p:nvPr/>
        </p:nvGrpSpPr>
        <p:grpSpPr>
          <a:xfrm>
            <a:off x="14579656" y="7570716"/>
            <a:ext cx="8597835" cy="2704652"/>
            <a:chOff x="14579656" y="7570716"/>
            <a:chExt cx="8597835" cy="2704652"/>
          </a:xfrm>
        </p:grpSpPr>
        <p:sp>
          <p:nvSpPr>
            <p:cNvPr id="70" name="CuadroTexto 69">
              <a:extLst>
                <a:ext uri="{FF2B5EF4-FFF2-40B4-BE49-F238E27FC236}">
                  <a16:creationId xmlns:a16="http://schemas.microsoft.com/office/drawing/2014/main" id="{84A4A0B1-BE89-0E82-4AAE-7E614FFFB78E}"/>
                </a:ext>
              </a:extLst>
            </p:cNvPr>
            <p:cNvSpPr txBox="1"/>
            <p:nvPr/>
          </p:nvSpPr>
          <p:spPr>
            <a:xfrm>
              <a:off x="14646725" y="8690598"/>
              <a:ext cx="8470992" cy="1231106"/>
            </a:xfrm>
            <a:prstGeom prst="rect">
              <a:avLst/>
            </a:prstGeom>
            <a:noFill/>
          </p:spPr>
          <p:txBody>
            <a:bodyPr wrap="square" rtlCol="0">
              <a:spAutoFit/>
            </a:bodyPr>
            <a:lstStyle/>
            <a:p>
              <a:pPr algn="ctr"/>
              <a:r>
                <a:rPr lang="es-ES" sz="2800" i="1" dirty="0">
                  <a:solidFill>
                    <a:schemeClr val="tx1">
                      <a:lumMod val="95000"/>
                      <a:lumOff val="5000"/>
                    </a:schemeClr>
                  </a:solidFill>
                  <a:latin typeface="Segoe UI" panose="020B0502040204020203" pitchFamily="34" charset="0"/>
                  <a:cs typeface="Segoe UI" panose="020B0502040204020203" pitchFamily="34" charset="0"/>
                </a:rPr>
                <a:t>Proper maintenance planning impacts turbine </a:t>
              </a:r>
              <a:r>
                <a:rPr lang="es-ES" sz="2800" i="1" dirty="0" err="1">
                  <a:solidFill>
                    <a:schemeClr val="tx1">
                      <a:lumMod val="95000"/>
                      <a:lumOff val="5000"/>
                    </a:schemeClr>
                  </a:solidFill>
                  <a:latin typeface="Segoe UI" panose="020B0502040204020203" pitchFamily="34" charset="0"/>
                  <a:cs typeface="Segoe UI" panose="020B0502040204020203" pitchFamily="34" charset="0"/>
                </a:rPr>
                <a:t>availability</a:t>
              </a:r>
              <a:r>
                <a:rPr lang="es-ES" sz="2800" i="1" dirty="0">
                  <a:solidFill>
                    <a:schemeClr val="tx1">
                      <a:lumMod val="95000"/>
                      <a:lumOff val="5000"/>
                    </a:schemeClr>
                  </a:solidFill>
                  <a:latin typeface="Segoe UI" panose="020B0502040204020203" pitchFamily="34" charset="0"/>
                  <a:cs typeface="Segoe UI" panose="020B0502040204020203" pitchFamily="34" charset="0"/>
                </a:rPr>
                <a:t> and energy generation</a:t>
              </a:r>
              <a:r>
                <a:rPr lang="es-ES" sz="2800" dirty="0">
                  <a:solidFill>
                    <a:schemeClr val="tx1">
                      <a:lumMod val="95000"/>
                      <a:lumOff val="5000"/>
                    </a:schemeClr>
                  </a:solidFill>
                  <a:latin typeface="Segoe UI" panose="020B0502040204020203" pitchFamily="34" charset="0"/>
                  <a:cs typeface="Segoe UI" panose="020B0502040204020203" pitchFamily="34" charset="0"/>
                </a:rPr>
                <a:t>.</a:t>
              </a:r>
            </a:p>
            <a:p>
              <a:pPr algn="ctr"/>
              <a:endParaRPr lang="en-US" dirty="0"/>
            </a:p>
          </p:txBody>
        </p:sp>
        <p:grpSp>
          <p:nvGrpSpPr>
            <p:cNvPr id="16" name="Grupo 15">
              <a:extLst>
                <a:ext uri="{FF2B5EF4-FFF2-40B4-BE49-F238E27FC236}">
                  <a16:creationId xmlns:a16="http://schemas.microsoft.com/office/drawing/2014/main" id="{ABD7DEA4-6F58-BF36-9A4A-F6CFD060CC6F}"/>
                </a:ext>
              </a:extLst>
            </p:cNvPr>
            <p:cNvGrpSpPr/>
            <p:nvPr/>
          </p:nvGrpSpPr>
          <p:grpSpPr>
            <a:xfrm>
              <a:off x="14579656" y="7570716"/>
              <a:ext cx="8597835" cy="2704652"/>
              <a:chOff x="14579656" y="7570716"/>
              <a:chExt cx="8597835" cy="2704652"/>
            </a:xfrm>
          </p:grpSpPr>
          <p:sp>
            <p:nvSpPr>
              <p:cNvPr id="105" name="Rectángulo: esquinas diagonales redondeadas 104">
                <a:extLst>
                  <a:ext uri="{FF2B5EF4-FFF2-40B4-BE49-F238E27FC236}">
                    <a16:creationId xmlns:a16="http://schemas.microsoft.com/office/drawing/2014/main" id="{134A7D82-3051-815A-5192-F201386A69BD}"/>
                  </a:ext>
                </a:extLst>
              </p:cNvPr>
              <p:cNvSpPr/>
              <p:nvPr/>
            </p:nvSpPr>
            <p:spPr>
              <a:xfrm>
                <a:off x="14579656" y="8271035"/>
                <a:ext cx="8597835" cy="2004333"/>
              </a:xfrm>
              <a:prstGeom prst="round2DiagRect">
                <a:avLst/>
              </a:prstGeom>
              <a:solidFill>
                <a:srgbClr val="33CDCD">
                  <a:alpha val="20000"/>
                </a:srgb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5" name="Grupo 94">
                <a:extLst>
                  <a:ext uri="{FF2B5EF4-FFF2-40B4-BE49-F238E27FC236}">
                    <a16:creationId xmlns:a16="http://schemas.microsoft.com/office/drawing/2014/main" id="{B67E3ACA-13E2-EFBC-A373-FC05756D89CD}"/>
                  </a:ext>
                </a:extLst>
              </p:cNvPr>
              <p:cNvGrpSpPr/>
              <p:nvPr/>
            </p:nvGrpSpPr>
            <p:grpSpPr>
              <a:xfrm>
                <a:off x="18231233" y="7570716"/>
                <a:ext cx="1294683" cy="1200329"/>
                <a:chOff x="14652822" y="1494852"/>
                <a:chExt cx="1294683" cy="1200329"/>
              </a:xfrm>
            </p:grpSpPr>
            <p:sp>
              <p:nvSpPr>
                <p:cNvPr id="96" name="Elipse 95">
                  <a:extLst>
                    <a:ext uri="{FF2B5EF4-FFF2-40B4-BE49-F238E27FC236}">
                      <a16:creationId xmlns:a16="http://schemas.microsoft.com/office/drawing/2014/main" id="{07014F17-F167-DA02-2214-22E2517572B2}"/>
                    </a:ext>
                  </a:extLst>
                </p:cNvPr>
                <p:cNvSpPr/>
                <p:nvPr/>
              </p:nvSpPr>
              <p:spPr>
                <a:xfrm>
                  <a:off x="14652822" y="1494852"/>
                  <a:ext cx="1294683" cy="1200329"/>
                </a:xfrm>
                <a:prstGeom prst="ellipse">
                  <a:avLst/>
                </a:prstGeom>
                <a:solidFill>
                  <a:srgbClr val="00B0F0"/>
                </a:solidFill>
                <a:ln w="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CuadroTexto 96">
                  <a:extLst>
                    <a:ext uri="{FF2B5EF4-FFF2-40B4-BE49-F238E27FC236}">
                      <a16:creationId xmlns:a16="http://schemas.microsoft.com/office/drawing/2014/main" id="{A6D7A9F6-BA91-77B1-1333-79B616C36FF0}"/>
                    </a:ext>
                  </a:extLst>
                </p:cNvPr>
                <p:cNvSpPr txBox="1"/>
                <p:nvPr/>
              </p:nvSpPr>
              <p:spPr>
                <a:xfrm>
                  <a:off x="14700434" y="1594114"/>
                  <a:ext cx="1153627" cy="830997"/>
                </a:xfrm>
                <a:prstGeom prst="rect">
                  <a:avLst/>
                </a:prstGeom>
                <a:noFill/>
              </p:spPr>
              <p:txBody>
                <a:bodyPr wrap="square" rtlCol="0">
                  <a:spAutoFit/>
                </a:bodyPr>
                <a:lstStyle/>
                <a:p>
                  <a:pPr algn="ctr"/>
                  <a:r>
                    <a:rPr lang="es-AR" sz="4800" b="1" i="1" dirty="0">
                      <a:solidFill>
                        <a:schemeClr val="bg1"/>
                      </a:solidFill>
                      <a:latin typeface="Segoe UI" panose="020B0502040204020203" pitchFamily="34" charset="0"/>
                      <a:cs typeface="Segoe UI" panose="020B0502040204020203" pitchFamily="34" charset="0"/>
                    </a:rPr>
                    <a:t>c</a:t>
                  </a:r>
                  <a:endParaRPr lang="en-US" sz="4800" b="1" i="1" dirty="0">
                    <a:solidFill>
                      <a:schemeClr val="bg1"/>
                    </a:solidFill>
                    <a:latin typeface="Segoe UI" panose="020B0502040204020203" pitchFamily="34" charset="0"/>
                    <a:cs typeface="Segoe UI" panose="020B0502040204020203" pitchFamily="34" charset="0"/>
                  </a:endParaRPr>
                </a:p>
              </p:txBody>
            </p:sp>
          </p:grpSp>
        </p:grpSp>
      </p:grpSp>
      <p:sp>
        <p:nvSpPr>
          <p:cNvPr id="106" name="Flecha: cheurón 105">
            <a:extLst>
              <a:ext uri="{FF2B5EF4-FFF2-40B4-BE49-F238E27FC236}">
                <a16:creationId xmlns:a16="http://schemas.microsoft.com/office/drawing/2014/main" id="{D0FE17CF-A4C3-1674-EA18-5F583112DF2E}"/>
              </a:ext>
            </a:extLst>
          </p:cNvPr>
          <p:cNvSpPr/>
          <p:nvPr/>
        </p:nvSpPr>
        <p:spPr>
          <a:xfrm>
            <a:off x="1410074" y="1242275"/>
            <a:ext cx="876300" cy="799587"/>
          </a:xfrm>
          <a:prstGeom prst="chevron">
            <a:avLst/>
          </a:prstGeom>
          <a:gradFill>
            <a:gsLst>
              <a:gs pos="0">
                <a:srgbClr val="74ADFA"/>
              </a:gs>
              <a:gs pos="100000">
                <a:srgbClr val="4FD1FF"/>
              </a:gs>
            </a:gsLst>
            <a:lin ang="5400000" scaled="1"/>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7" name="Flecha: cheurón 106">
            <a:extLst>
              <a:ext uri="{FF2B5EF4-FFF2-40B4-BE49-F238E27FC236}">
                <a16:creationId xmlns:a16="http://schemas.microsoft.com/office/drawing/2014/main" id="{DB174A8B-633F-1051-975D-47261F0B30EE}"/>
              </a:ext>
            </a:extLst>
          </p:cNvPr>
          <p:cNvSpPr/>
          <p:nvPr/>
        </p:nvSpPr>
        <p:spPr>
          <a:xfrm>
            <a:off x="2119856" y="1242275"/>
            <a:ext cx="876300" cy="799587"/>
          </a:xfrm>
          <a:prstGeom prst="chevron">
            <a:avLst/>
          </a:prstGeom>
          <a:gradFill>
            <a:gsLst>
              <a:gs pos="0">
                <a:srgbClr val="74ADFA"/>
              </a:gs>
              <a:gs pos="100000">
                <a:srgbClr val="4FD1FF"/>
              </a:gs>
            </a:gsLst>
            <a:lin ang="5400000" scaled="1"/>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4171791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par>
                                <p:cTn id="24" presetID="10" presetClass="entr" presetSubtype="0" fill="hold"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par>
                                <p:cTn id="32" presetID="10" presetClass="entr" presetSubtype="0"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E80E3-A8DC-DDCF-36EF-B6701DB2EBDF}"/>
            </a:ext>
          </a:extLst>
        </p:cNvPr>
        <p:cNvGrpSpPr/>
        <p:nvPr/>
      </p:nvGrpSpPr>
      <p:grpSpPr>
        <a:xfrm>
          <a:off x="0" y="0"/>
          <a:ext cx="0" cy="0"/>
          <a:chOff x="0" y="0"/>
          <a:chExt cx="0" cy="0"/>
        </a:xfrm>
      </p:grpSpPr>
      <p:sp>
        <p:nvSpPr>
          <p:cNvPr id="22" name="Rectángulo: esquinas diagonales redondeadas 21">
            <a:extLst>
              <a:ext uri="{FF2B5EF4-FFF2-40B4-BE49-F238E27FC236}">
                <a16:creationId xmlns:a16="http://schemas.microsoft.com/office/drawing/2014/main" id="{C5307E46-564F-4D05-427A-CE123F630B03}"/>
              </a:ext>
            </a:extLst>
          </p:cNvPr>
          <p:cNvSpPr>
            <a:spLocks/>
          </p:cNvSpPr>
          <p:nvPr/>
        </p:nvSpPr>
        <p:spPr>
          <a:xfrm>
            <a:off x="23398" y="808076"/>
            <a:ext cx="24382412" cy="10959190"/>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ángulo 31">
            <a:extLst>
              <a:ext uri="{FF2B5EF4-FFF2-40B4-BE49-F238E27FC236}">
                <a16:creationId xmlns:a16="http://schemas.microsoft.com/office/drawing/2014/main" id="{524992D4-1CAC-51D0-2116-3630E56D3DCD}"/>
              </a:ext>
            </a:extLst>
          </p:cNvPr>
          <p:cNvSpPr/>
          <p:nvPr/>
        </p:nvSpPr>
        <p:spPr>
          <a:xfrm>
            <a:off x="2606040" y="2689101"/>
            <a:ext cx="7566660" cy="8676039"/>
          </a:xfrm>
          <a:prstGeom prst="rect">
            <a:avLst/>
          </a:prstGeom>
          <a:solidFill>
            <a:srgbClr val="DEE6EE"/>
          </a:solidFill>
          <a:ln w="15875">
            <a:noFill/>
          </a:ln>
          <a:effectLst>
            <a:outerShdw blurRad="342900" dist="241300" dir="6960000" sx="95000" sy="95000" algn="t" rotWithShape="0">
              <a:prstClr val="black">
                <a:alpha val="42000"/>
              </a:prstClr>
            </a:outerShdw>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9F8E166-F19F-FE56-1D8F-FFBD72A442E7}"/>
              </a:ext>
            </a:extLst>
          </p:cNvPr>
          <p:cNvSpPr/>
          <p:nvPr/>
        </p:nvSpPr>
        <p:spPr>
          <a:xfrm>
            <a:off x="-1" y="0"/>
            <a:ext cx="24382413" cy="276445"/>
          </a:xfrm>
          <a:prstGeom prst="rect">
            <a:avLst/>
          </a:prstGeom>
          <a:solidFill>
            <a:srgbClr val="83E2F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sp>
        <p:nvSpPr>
          <p:cNvPr id="5" name="Rectangle 6">
            <a:extLst>
              <a:ext uri="{FF2B5EF4-FFF2-40B4-BE49-F238E27FC236}">
                <a16:creationId xmlns:a16="http://schemas.microsoft.com/office/drawing/2014/main" id="{11C4D437-02FA-7EB7-3200-ACF0B8CC71F5}"/>
              </a:ext>
            </a:extLst>
          </p:cNvPr>
          <p:cNvSpPr/>
          <p:nvPr/>
        </p:nvSpPr>
        <p:spPr>
          <a:xfrm>
            <a:off x="0" y="12310231"/>
            <a:ext cx="24382413" cy="1405770"/>
          </a:xfrm>
          <a:prstGeom prst="rect">
            <a:avLst/>
          </a:prstGeom>
          <a:solidFill>
            <a:srgbClr val="74ADF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pic>
        <p:nvPicPr>
          <p:cNvPr id="6" name="Imagen 5" descr="Icono  El contenido generado por IA puede ser incorrecto.">
            <a:extLst>
              <a:ext uri="{FF2B5EF4-FFF2-40B4-BE49-F238E27FC236}">
                <a16:creationId xmlns:a16="http://schemas.microsoft.com/office/drawing/2014/main" id="{6F5EC2BB-1B08-3E2E-CE35-74FC64F1D927}"/>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3149564" y="12427151"/>
            <a:ext cx="979800" cy="979800"/>
          </a:xfrm>
          <a:prstGeom prst="rect">
            <a:avLst/>
          </a:prstGeom>
        </p:spPr>
      </p:pic>
      <p:sp>
        <p:nvSpPr>
          <p:cNvPr id="8" name="Title 3">
            <a:extLst>
              <a:ext uri="{FF2B5EF4-FFF2-40B4-BE49-F238E27FC236}">
                <a16:creationId xmlns:a16="http://schemas.microsoft.com/office/drawing/2014/main" id="{718ED53C-5EB0-A151-5320-FDC13B5021A3}"/>
              </a:ext>
            </a:extLst>
          </p:cNvPr>
          <p:cNvSpPr txBox="1">
            <a:spLocks/>
          </p:cNvSpPr>
          <p:nvPr/>
        </p:nvSpPr>
        <p:spPr>
          <a:xfrm>
            <a:off x="459551" y="12503351"/>
            <a:ext cx="15297899" cy="1292659"/>
          </a:xfrm>
          <a:prstGeom prst="rect">
            <a:avLst/>
          </a:prstGeom>
        </p:spPr>
        <p:txBody>
          <a:bodyPr/>
          <a:lstStyle>
            <a:lvl1pPr algn="l" defTabSz="1828709" rtl="0" eaLnBrk="1" latinLnBrk="0" hangingPunct="1">
              <a:lnSpc>
                <a:spcPct val="97000"/>
              </a:lnSpc>
              <a:spcBef>
                <a:spcPct val="0"/>
              </a:spcBef>
              <a:buNone/>
              <a:defRPr sz="4800" b="0" i="0" kern="1200" cap="all" spc="-50" baseline="0">
                <a:solidFill>
                  <a:schemeClr val="tx1"/>
                </a:solidFill>
                <a:latin typeface="+mj-lt"/>
                <a:ea typeface="+mj-ea"/>
                <a:cs typeface="Toyota Type" panose="020B0502020202020204" pitchFamily="34" charset="0"/>
              </a:defRPr>
            </a:lvl1pPr>
          </a:lstStyle>
          <a:p>
            <a:r>
              <a:rPr lang="en-GB" spc="600" dirty="0">
                <a:solidFill>
                  <a:srgbClr val="FFFFFF"/>
                </a:solidFill>
                <a:latin typeface="Segoe UI Variable Small Semibol" pitchFamily="2" charset="0"/>
                <a:ea typeface="Segoe UI Emoji" panose="020B0502040204020203" pitchFamily="34" charset="0"/>
                <a:cs typeface="Toyota Type Semibold" panose="020B0702020202020204" pitchFamily="34" charset="0"/>
              </a:rPr>
              <a:t>|| 4. DATASET &amp; </a:t>
            </a:r>
            <a:r>
              <a:rPr lang="en-GB" spc="600" dirty="0" err="1">
                <a:solidFill>
                  <a:srgbClr val="FFFFFF"/>
                </a:solidFill>
                <a:latin typeface="Segoe UI Variable Small Semibol" pitchFamily="2" charset="0"/>
                <a:ea typeface="Segoe UI Emoji" panose="020B0502040204020203" pitchFamily="34" charset="0"/>
                <a:cs typeface="Toyota Type Semibold" panose="020B0702020202020204" pitchFamily="34" charset="0"/>
              </a:rPr>
              <a:t>ARCHITECTURE</a:t>
            </a:r>
            <a:endParaRPr lang="en-GB" spc="600" dirty="0">
              <a:solidFill>
                <a:srgbClr val="FFFFFF"/>
              </a:solidFill>
              <a:latin typeface="Segoe UI Variable Small Semibol" pitchFamily="2" charset="0"/>
              <a:ea typeface="Segoe UI Emoji" panose="020B0502040204020203" pitchFamily="34" charset="0"/>
              <a:cs typeface="Toyota Type Semibold" panose="020B0702020202020204" pitchFamily="34" charset="0"/>
            </a:endParaRPr>
          </a:p>
        </p:txBody>
      </p:sp>
      <p:sp>
        <p:nvSpPr>
          <p:cNvPr id="10" name="Flecha: cheurón 9">
            <a:extLst>
              <a:ext uri="{FF2B5EF4-FFF2-40B4-BE49-F238E27FC236}">
                <a16:creationId xmlns:a16="http://schemas.microsoft.com/office/drawing/2014/main" id="{CDB5A50F-ACCA-A8A8-0D78-C8EF7345279A}"/>
              </a:ext>
            </a:extLst>
          </p:cNvPr>
          <p:cNvSpPr/>
          <p:nvPr/>
        </p:nvSpPr>
        <p:spPr>
          <a:xfrm>
            <a:off x="1410074" y="1242275"/>
            <a:ext cx="876300" cy="799587"/>
          </a:xfrm>
          <a:prstGeom prst="chevron">
            <a:avLst/>
          </a:prstGeom>
          <a:gradFill>
            <a:gsLst>
              <a:gs pos="0">
                <a:srgbClr val="74ADFA"/>
              </a:gs>
              <a:gs pos="100000">
                <a:srgbClr val="4FD1FF"/>
              </a:gs>
            </a:gsLst>
            <a:lin ang="5400000" scaled="1"/>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nvGrpSpPr>
          <p:cNvPr id="31" name="Grupo 30">
            <a:extLst>
              <a:ext uri="{FF2B5EF4-FFF2-40B4-BE49-F238E27FC236}">
                <a16:creationId xmlns:a16="http://schemas.microsoft.com/office/drawing/2014/main" id="{F33EAB05-B970-437F-5FD8-642947020972}"/>
              </a:ext>
            </a:extLst>
          </p:cNvPr>
          <p:cNvGrpSpPr/>
          <p:nvPr/>
        </p:nvGrpSpPr>
        <p:grpSpPr>
          <a:xfrm>
            <a:off x="2775963" y="2689101"/>
            <a:ext cx="7229891" cy="8288986"/>
            <a:chOff x="2181603" y="2731101"/>
            <a:chExt cx="7229891" cy="8288986"/>
          </a:xfrm>
        </p:grpSpPr>
        <p:pic>
          <p:nvPicPr>
            <p:cNvPr id="1030" name="Picture 6" descr="Hosted MySQL - Amazon RDS for MySQL - AWS">
              <a:extLst>
                <a:ext uri="{FF2B5EF4-FFF2-40B4-BE49-F238E27FC236}">
                  <a16:creationId xmlns:a16="http://schemas.microsoft.com/office/drawing/2014/main" id="{234EC1EA-989E-8F2E-98C4-F5157E4212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5649" y="5590520"/>
              <a:ext cx="2497811" cy="129281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4">
              <a:extLst>
                <a:ext uri="{FF2B5EF4-FFF2-40B4-BE49-F238E27FC236}">
                  <a16:creationId xmlns:a16="http://schemas.microsoft.com/office/drawing/2014/main" id="{7C0750FB-EE04-0817-4566-495E58F15AB7}"/>
                </a:ext>
              </a:extLst>
            </p:cNvPr>
            <p:cNvSpPr txBox="1">
              <a:spLocks/>
            </p:cNvSpPr>
            <p:nvPr/>
          </p:nvSpPr>
          <p:spPr>
            <a:xfrm>
              <a:off x="5130999" y="7073032"/>
              <a:ext cx="3461067" cy="911423"/>
            </a:xfrm>
            <a:prstGeom prst="rect">
              <a:avLst/>
            </a:prstGeom>
          </p:spPr>
          <p:txBody>
            <a:bodyPr vert="horz" wrap="square" lIns="91440" tIns="45720" rIns="91440" bIns="45720" rtlCol="0">
              <a:noAutofit/>
            </a:bodyPr>
            <a:lstStyle>
              <a:defPPr>
                <a:defRPr lang="en-US"/>
              </a:defPPr>
              <a:lvl1pPr indent="0" defTabSz="1828709">
                <a:lnSpc>
                  <a:spcPct val="100000"/>
                </a:lnSpc>
                <a:spcBef>
                  <a:spcPts val="1200"/>
                </a:spcBef>
                <a:buClr>
                  <a:schemeClr val="accent2"/>
                </a:buClr>
                <a:buFont typeface="Arial" panose="020B0604020202020204" pitchFamily="34" charset="0"/>
                <a:buNone/>
                <a:defRPr sz="2800">
                  <a:solidFill>
                    <a:schemeClr val="tx1">
                      <a:lumMod val="95000"/>
                      <a:lumOff val="5000"/>
                    </a:schemeClr>
                  </a:solidFill>
                  <a:latin typeface="Segoe UI Variable Small Light" pitchFamily="2" charset="0"/>
                  <a:cs typeface="Segoe UI" panose="020B0502040204020203" pitchFamily="34" charset="0"/>
                </a:defRPr>
              </a:lvl1pPr>
              <a:lvl2pPr marL="1208088" indent="-561600" defTabSz="1828709">
                <a:lnSpc>
                  <a:spcPct val="100000"/>
                </a:lnSpc>
                <a:spcBef>
                  <a:spcPts val="2600"/>
                </a:spcBef>
                <a:buClr>
                  <a:schemeClr val="accent2"/>
                </a:buClr>
                <a:buFont typeface="Courier New" panose="02070309020205020404" pitchFamily="49" charset="0"/>
                <a:buChar char="o"/>
                <a:tabLst/>
                <a:defRPr sz="3200"/>
              </a:lvl2pPr>
              <a:lvl3pPr marL="0" indent="0" defTabSz="1828709">
                <a:lnSpc>
                  <a:spcPct val="100000"/>
                </a:lnSpc>
                <a:spcBef>
                  <a:spcPts val="2000"/>
                </a:spcBef>
                <a:buClr>
                  <a:schemeClr val="accent2"/>
                </a:buClr>
                <a:buFont typeface="Arial" panose="020B0604020202020204" pitchFamily="34" charset="0"/>
                <a:buNone/>
                <a:defRPr sz="3200"/>
              </a:lvl3pPr>
              <a:lvl4pPr marL="0" indent="0" defTabSz="1828709">
                <a:lnSpc>
                  <a:spcPct val="100000"/>
                </a:lnSpc>
                <a:spcBef>
                  <a:spcPts val="2000"/>
                </a:spcBef>
                <a:buClr>
                  <a:schemeClr val="accent2"/>
                </a:buClr>
                <a:buFont typeface="System Font Regular"/>
                <a:buNone/>
                <a:defRPr sz="3200"/>
              </a:lvl4pPr>
              <a:lvl5pPr marL="2285886" indent="-457177" defTabSz="1828709">
                <a:lnSpc>
                  <a:spcPct val="100000"/>
                </a:lnSpc>
                <a:spcBef>
                  <a:spcPts val="2000"/>
                </a:spcBef>
                <a:buClr>
                  <a:schemeClr val="accent2"/>
                </a:buClr>
                <a:buFont typeface="Arial" panose="020B0604020202020204" pitchFamily="34" charset="0"/>
                <a:buChar char="•"/>
                <a:defRPr sz="3200"/>
              </a:lvl5pPr>
              <a:lvl6pPr marL="2625595" indent="-457177" defTabSz="1828709">
                <a:lnSpc>
                  <a:spcPct val="100000"/>
                </a:lnSpc>
                <a:spcBef>
                  <a:spcPts val="2000"/>
                </a:spcBef>
                <a:buClr>
                  <a:schemeClr val="accent2"/>
                </a:buClr>
                <a:buFont typeface="Arial" panose="020B0604020202020204" pitchFamily="34" charset="0"/>
                <a:buChar char="•"/>
                <a:defRPr sz="3200"/>
              </a:lvl6pPr>
              <a:lvl7pPr marL="2968478" indent="-457177" defTabSz="1828709">
                <a:lnSpc>
                  <a:spcPct val="100000"/>
                </a:lnSpc>
                <a:spcBef>
                  <a:spcPts val="2000"/>
                </a:spcBef>
                <a:buClr>
                  <a:schemeClr val="accent2"/>
                </a:buClr>
                <a:buFont typeface="Arial" panose="020B0604020202020204" pitchFamily="34" charset="0"/>
                <a:buChar char="•"/>
                <a:defRPr sz="3200"/>
              </a:lvl7pPr>
              <a:lvl8pPr marL="3314534" indent="-457177" defTabSz="1828709">
                <a:lnSpc>
                  <a:spcPct val="100000"/>
                </a:lnSpc>
                <a:spcBef>
                  <a:spcPts val="2000"/>
                </a:spcBef>
                <a:buClr>
                  <a:schemeClr val="accent2"/>
                </a:buClr>
                <a:buFont typeface="Arial" panose="020B0604020202020204" pitchFamily="34" charset="0"/>
                <a:buChar char="•"/>
                <a:defRPr sz="3200" baseline="0"/>
              </a:lvl8pPr>
              <a:lvl9pPr marL="3765362" indent="-457177" defTabSz="1828709">
                <a:lnSpc>
                  <a:spcPct val="100000"/>
                </a:lnSpc>
                <a:spcBef>
                  <a:spcPts val="2000"/>
                </a:spcBef>
                <a:buClr>
                  <a:schemeClr val="accent2"/>
                </a:buClr>
                <a:buFont typeface="Arial" panose="020B0604020202020204" pitchFamily="34" charset="0"/>
                <a:buChar char="•"/>
                <a:defRPr sz="3200" baseline="0"/>
              </a:lvl9pPr>
            </a:lstStyle>
            <a:p>
              <a:r>
                <a:rPr lang="es-AR" sz="2600" dirty="0">
                  <a:sym typeface="Wingdings" panose="05000000000000000000" pitchFamily="2" charset="2"/>
                </a:rPr>
                <a:t>Data validation and cleaning.</a:t>
              </a:r>
              <a:endParaRPr lang="en-US" sz="2600" dirty="0"/>
            </a:p>
          </p:txBody>
        </p:sp>
        <p:pic>
          <p:nvPicPr>
            <p:cNvPr id="1036" name="Picture 12">
              <a:extLst>
                <a:ext uri="{FF2B5EF4-FFF2-40B4-BE49-F238E27FC236}">
                  <a16:creationId xmlns:a16="http://schemas.microsoft.com/office/drawing/2014/main" id="{9E67664B-DC6B-2CCB-671E-ABC607C532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7758" y="8589167"/>
              <a:ext cx="1333592" cy="13335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4">
              <a:extLst>
                <a:ext uri="{FF2B5EF4-FFF2-40B4-BE49-F238E27FC236}">
                  <a16:creationId xmlns:a16="http://schemas.microsoft.com/office/drawing/2014/main" id="{C49072CF-D492-1305-50E8-FF4CE57EB66A}"/>
                </a:ext>
              </a:extLst>
            </p:cNvPr>
            <p:cNvSpPr txBox="1">
              <a:spLocks/>
            </p:cNvSpPr>
            <p:nvPr/>
          </p:nvSpPr>
          <p:spPr>
            <a:xfrm>
              <a:off x="5116037" y="9977327"/>
              <a:ext cx="3765073" cy="599897"/>
            </a:xfrm>
            <a:prstGeom prst="rect">
              <a:avLst/>
            </a:prstGeom>
          </p:spPr>
          <p:txBody>
            <a:bodyPr vert="horz" wrap="square" lIns="91440" tIns="45720" rIns="91440" bIns="45720" rtlCol="0">
              <a:noAutofit/>
            </a:bodyPr>
            <a:lstStyle>
              <a:defPPr>
                <a:defRPr lang="en-US"/>
              </a:defPPr>
              <a:lvl1pPr indent="0" defTabSz="1828709">
                <a:lnSpc>
                  <a:spcPct val="100000"/>
                </a:lnSpc>
                <a:spcBef>
                  <a:spcPts val="1200"/>
                </a:spcBef>
                <a:buClr>
                  <a:schemeClr val="accent2"/>
                </a:buClr>
                <a:buFont typeface="Arial" panose="020B0604020202020204" pitchFamily="34" charset="0"/>
                <a:buNone/>
                <a:defRPr sz="2800">
                  <a:solidFill>
                    <a:schemeClr val="tx1">
                      <a:lumMod val="95000"/>
                      <a:lumOff val="5000"/>
                    </a:schemeClr>
                  </a:solidFill>
                  <a:latin typeface="Segoe UI Variable Small Light" pitchFamily="2" charset="0"/>
                  <a:cs typeface="Segoe UI" panose="020B0502040204020203" pitchFamily="34" charset="0"/>
                </a:defRPr>
              </a:lvl1pPr>
              <a:lvl2pPr marL="1208088" indent="-561600" defTabSz="1828709">
                <a:lnSpc>
                  <a:spcPct val="100000"/>
                </a:lnSpc>
                <a:spcBef>
                  <a:spcPts val="2600"/>
                </a:spcBef>
                <a:buClr>
                  <a:schemeClr val="accent2"/>
                </a:buClr>
                <a:buFont typeface="Courier New" panose="02070309020205020404" pitchFamily="49" charset="0"/>
                <a:buChar char="o"/>
                <a:tabLst/>
                <a:defRPr sz="3200"/>
              </a:lvl2pPr>
              <a:lvl3pPr marL="0" indent="0" defTabSz="1828709">
                <a:lnSpc>
                  <a:spcPct val="100000"/>
                </a:lnSpc>
                <a:spcBef>
                  <a:spcPts val="2000"/>
                </a:spcBef>
                <a:buClr>
                  <a:schemeClr val="accent2"/>
                </a:buClr>
                <a:buFont typeface="Arial" panose="020B0604020202020204" pitchFamily="34" charset="0"/>
                <a:buNone/>
                <a:defRPr sz="3200"/>
              </a:lvl3pPr>
              <a:lvl4pPr marL="0" indent="0" defTabSz="1828709">
                <a:lnSpc>
                  <a:spcPct val="100000"/>
                </a:lnSpc>
                <a:spcBef>
                  <a:spcPts val="2000"/>
                </a:spcBef>
                <a:buClr>
                  <a:schemeClr val="accent2"/>
                </a:buClr>
                <a:buFont typeface="System Font Regular"/>
                <a:buNone/>
                <a:defRPr sz="3200"/>
              </a:lvl4pPr>
              <a:lvl5pPr marL="2285886" indent="-457177" defTabSz="1828709">
                <a:lnSpc>
                  <a:spcPct val="100000"/>
                </a:lnSpc>
                <a:spcBef>
                  <a:spcPts val="2000"/>
                </a:spcBef>
                <a:buClr>
                  <a:schemeClr val="accent2"/>
                </a:buClr>
                <a:buFont typeface="Arial" panose="020B0604020202020204" pitchFamily="34" charset="0"/>
                <a:buChar char="•"/>
                <a:defRPr sz="3200"/>
              </a:lvl5pPr>
              <a:lvl6pPr marL="2625595" indent="-457177" defTabSz="1828709">
                <a:lnSpc>
                  <a:spcPct val="100000"/>
                </a:lnSpc>
                <a:spcBef>
                  <a:spcPts val="2000"/>
                </a:spcBef>
                <a:buClr>
                  <a:schemeClr val="accent2"/>
                </a:buClr>
                <a:buFont typeface="Arial" panose="020B0604020202020204" pitchFamily="34" charset="0"/>
                <a:buChar char="•"/>
                <a:defRPr sz="3200"/>
              </a:lvl6pPr>
              <a:lvl7pPr marL="2968478" indent="-457177" defTabSz="1828709">
                <a:lnSpc>
                  <a:spcPct val="100000"/>
                </a:lnSpc>
                <a:spcBef>
                  <a:spcPts val="2000"/>
                </a:spcBef>
                <a:buClr>
                  <a:schemeClr val="accent2"/>
                </a:buClr>
                <a:buFont typeface="Arial" panose="020B0604020202020204" pitchFamily="34" charset="0"/>
                <a:buChar char="•"/>
                <a:defRPr sz="3200"/>
              </a:lvl7pPr>
              <a:lvl8pPr marL="3314534" indent="-457177" defTabSz="1828709">
                <a:lnSpc>
                  <a:spcPct val="100000"/>
                </a:lnSpc>
                <a:spcBef>
                  <a:spcPts val="2000"/>
                </a:spcBef>
                <a:buClr>
                  <a:schemeClr val="accent2"/>
                </a:buClr>
                <a:buFont typeface="Arial" panose="020B0604020202020204" pitchFamily="34" charset="0"/>
                <a:buChar char="•"/>
                <a:defRPr sz="3200" baseline="0"/>
              </a:lvl8pPr>
              <a:lvl9pPr marL="3765362" indent="-457177" defTabSz="1828709">
                <a:lnSpc>
                  <a:spcPct val="100000"/>
                </a:lnSpc>
                <a:spcBef>
                  <a:spcPts val="2000"/>
                </a:spcBef>
                <a:buClr>
                  <a:schemeClr val="accent2"/>
                </a:buClr>
                <a:buFont typeface="Arial" panose="020B0604020202020204" pitchFamily="34" charset="0"/>
                <a:buChar char="•"/>
                <a:defRPr sz="3200" baseline="0"/>
              </a:lvl9pPr>
            </a:lstStyle>
            <a:p>
              <a:r>
                <a:rPr lang="es-AR" sz="2600" dirty="0">
                  <a:sym typeface="Wingdings" panose="05000000000000000000" pitchFamily="2" charset="2"/>
                </a:rPr>
                <a:t>Data visualization.</a:t>
              </a:r>
              <a:endParaRPr lang="en-US" sz="2600" dirty="0"/>
            </a:p>
          </p:txBody>
        </p:sp>
        <p:sp>
          <p:nvSpPr>
            <p:cNvPr id="21" name="Text Placeholder 4">
              <a:extLst>
                <a:ext uri="{FF2B5EF4-FFF2-40B4-BE49-F238E27FC236}">
                  <a16:creationId xmlns:a16="http://schemas.microsoft.com/office/drawing/2014/main" id="{9694A63E-430A-15BA-97D7-04A667C2249E}"/>
                </a:ext>
              </a:extLst>
            </p:cNvPr>
            <p:cNvSpPr txBox="1">
              <a:spLocks/>
            </p:cNvSpPr>
            <p:nvPr/>
          </p:nvSpPr>
          <p:spPr>
            <a:xfrm>
              <a:off x="5116037" y="4143114"/>
              <a:ext cx="4295457" cy="1207376"/>
            </a:xfrm>
            <a:prstGeom prst="rect">
              <a:avLst/>
            </a:prstGeom>
          </p:spPr>
          <p:txBody>
            <a:bodyPr vert="horz" wrap="square" lIns="91440" tIns="45720" rIns="91440" bIns="45720" rtlCol="0">
              <a:no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s-AR" sz="2600" dirty="0">
                  <a:solidFill>
                    <a:schemeClr val="tx1">
                      <a:lumMod val="95000"/>
                      <a:lumOff val="5000"/>
                    </a:schemeClr>
                  </a:solidFill>
                  <a:latin typeface="Segoe UI Variable Small Light" pitchFamily="2" charset="0"/>
                  <a:cs typeface="Segoe UI" panose="020B0502040204020203" pitchFamily="34" charset="0"/>
                </a:rPr>
                <a:t>Database generated with artificial intelligence.</a:t>
              </a:r>
              <a:endParaRPr lang="en-US" sz="2600" i="1" dirty="0">
                <a:solidFill>
                  <a:schemeClr val="tx1">
                    <a:lumMod val="95000"/>
                    <a:lumOff val="5000"/>
                  </a:schemeClr>
                </a:solidFill>
                <a:latin typeface="Segoe UI Variable Small Light" pitchFamily="2" charset="0"/>
                <a:ea typeface="Segoe UI Emoji" panose="020B0502040204020203" pitchFamily="34" charset="0"/>
                <a:cs typeface="Segoe UI" panose="020B0502040204020203" pitchFamily="34" charset="0"/>
              </a:endParaRPr>
            </a:p>
          </p:txBody>
        </p:sp>
        <p:sp>
          <p:nvSpPr>
            <p:cNvPr id="23" name="Rectángulo: esquinas diagonales redondeadas 22">
              <a:extLst>
                <a:ext uri="{FF2B5EF4-FFF2-40B4-BE49-F238E27FC236}">
                  <a16:creationId xmlns:a16="http://schemas.microsoft.com/office/drawing/2014/main" id="{3C3B120D-4046-4CA1-1025-746D77BFB67D}"/>
                </a:ext>
              </a:extLst>
            </p:cNvPr>
            <p:cNvSpPr/>
            <p:nvPr/>
          </p:nvSpPr>
          <p:spPr>
            <a:xfrm>
              <a:off x="2270741" y="4253160"/>
              <a:ext cx="2607627" cy="911423"/>
            </a:xfrm>
            <a:prstGeom prst="round2DiagRect">
              <a:avLst>
                <a:gd name="adj1" fmla="val 50000"/>
                <a:gd name="adj2" fmla="val 0"/>
              </a:avLst>
            </a:prstGeom>
            <a:solidFill>
              <a:srgbClr val="74ADFA"/>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3200" dirty="0">
                  <a:solidFill>
                    <a:schemeClr val="bg1"/>
                  </a:solidFill>
                  <a:latin typeface="Segoe UI Variable Display Semib" pitchFamily="2" charset="0"/>
                  <a:cs typeface="Segoe UI" panose="020B0502040204020203" pitchFamily="34" charset="0"/>
                </a:rPr>
                <a:t>Chat GPT</a:t>
              </a:r>
              <a:endParaRPr lang="en-US" sz="3200" dirty="0">
                <a:solidFill>
                  <a:schemeClr val="bg1"/>
                </a:solidFill>
                <a:latin typeface="Segoe UI Variable Display Semib" pitchFamily="2" charset="0"/>
                <a:cs typeface="Segoe UI" panose="020B0502040204020203" pitchFamily="34" charset="0"/>
              </a:endParaRPr>
            </a:p>
          </p:txBody>
        </p:sp>
        <p:pic>
          <p:nvPicPr>
            <p:cNvPr id="1028" name="Picture 4" descr="ChatGPT 2026: Prueba Completa y Opinión Experta [Guía Actualizada]">
              <a:extLst>
                <a:ext uri="{FF2B5EF4-FFF2-40B4-BE49-F238E27FC236}">
                  <a16:creationId xmlns:a16="http://schemas.microsoft.com/office/drawing/2014/main" id="{0E0487DF-ED51-CDF0-E1E0-C52D46618D8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81603" y="2731101"/>
              <a:ext cx="2785903" cy="1566991"/>
            </a:xfrm>
            <a:prstGeom prst="rect">
              <a:avLst/>
            </a:prstGeom>
            <a:noFill/>
            <a:extLst>
              <a:ext uri="{909E8E84-426E-40DD-AFC4-6F175D3DCCD1}">
                <a14:hiddenFill xmlns:a14="http://schemas.microsoft.com/office/drawing/2010/main">
                  <a:solidFill>
                    <a:srgbClr val="FFFFFF"/>
                  </a:solidFill>
                </a14:hiddenFill>
              </a:ext>
            </a:extLst>
          </p:spPr>
        </p:pic>
        <p:sp>
          <p:nvSpPr>
            <p:cNvPr id="24" name="Rectángulo: esquinas diagonales redondeadas 23">
              <a:extLst>
                <a:ext uri="{FF2B5EF4-FFF2-40B4-BE49-F238E27FC236}">
                  <a16:creationId xmlns:a16="http://schemas.microsoft.com/office/drawing/2014/main" id="{5B7AFC30-87B2-959E-FA51-2093E0CEF8FC}"/>
                </a:ext>
              </a:extLst>
            </p:cNvPr>
            <p:cNvSpPr/>
            <p:nvPr/>
          </p:nvSpPr>
          <p:spPr>
            <a:xfrm>
              <a:off x="2270741" y="7118047"/>
              <a:ext cx="2607627" cy="911423"/>
            </a:xfrm>
            <a:prstGeom prst="round2DiagRect">
              <a:avLst>
                <a:gd name="adj1" fmla="val 50000"/>
                <a:gd name="adj2" fmla="val 0"/>
              </a:avLst>
            </a:prstGeom>
            <a:solidFill>
              <a:srgbClr val="74ADFA"/>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3200" dirty="0">
                  <a:solidFill>
                    <a:schemeClr val="bg1"/>
                  </a:solidFill>
                  <a:latin typeface="Segoe UI Variable Display Semib" pitchFamily="2" charset="0"/>
                  <a:cs typeface="Segoe UI" panose="020B0502040204020203" pitchFamily="34" charset="0"/>
                </a:rPr>
                <a:t>MySQL</a:t>
              </a:r>
              <a:endParaRPr lang="en-US" sz="3200" dirty="0">
                <a:solidFill>
                  <a:schemeClr val="bg1"/>
                </a:solidFill>
                <a:latin typeface="Segoe UI Variable Display Semib" pitchFamily="2" charset="0"/>
                <a:cs typeface="Segoe UI" panose="020B0502040204020203" pitchFamily="34" charset="0"/>
              </a:endParaRPr>
            </a:p>
          </p:txBody>
        </p:sp>
        <p:sp>
          <p:nvSpPr>
            <p:cNvPr id="25" name="Rectángulo: esquinas diagonales redondeadas 24">
              <a:extLst>
                <a:ext uri="{FF2B5EF4-FFF2-40B4-BE49-F238E27FC236}">
                  <a16:creationId xmlns:a16="http://schemas.microsoft.com/office/drawing/2014/main" id="{EA3CCEBF-EC88-98DD-9E32-07386F849A71}"/>
                </a:ext>
              </a:extLst>
            </p:cNvPr>
            <p:cNvSpPr/>
            <p:nvPr/>
          </p:nvSpPr>
          <p:spPr>
            <a:xfrm>
              <a:off x="2270741" y="10108664"/>
              <a:ext cx="2607627" cy="911423"/>
            </a:xfrm>
            <a:prstGeom prst="round2DiagRect">
              <a:avLst>
                <a:gd name="adj1" fmla="val 50000"/>
                <a:gd name="adj2" fmla="val 0"/>
              </a:avLst>
            </a:prstGeom>
            <a:solidFill>
              <a:srgbClr val="74ADFA"/>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3200" dirty="0" err="1">
                  <a:solidFill>
                    <a:schemeClr val="bg1"/>
                  </a:solidFill>
                  <a:latin typeface="Segoe UI Variable Display Semib" pitchFamily="2" charset="0"/>
                  <a:cs typeface="Segoe UI" panose="020B0502040204020203" pitchFamily="34" charset="0"/>
                </a:rPr>
                <a:t>Power</a:t>
              </a:r>
              <a:r>
                <a:rPr lang="es-AR" sz="3200" dirty="0">
                  <a:solidFill>
                    <a:schemeClr val="bg1"/>
                  </a:solidFill>
                  <a:latin typeface="Segoe UI Variable Display Semib" pitchFamily="2" charset="0"/>
                  <a:cs typeface="Segoe UI" panose="020B0502040204020203" pitchFamily="34" charset="0"/>
                </a:rPr>
                <a:t> BI</a:t>
              </a:r>
              <a:endParaRPr lang="en-US" sz="3200" dirty="0">
                <a:solidFill>
                  <a:schemeClr val="bg1"/>
                </a:solidFill>
                <a:latin typeface="Segoe UI Variable Display Semib" pitchFamily="2" charset="0"/>
                <a:cs typeface="Segoe UI" panose="020B0502040204020203" pitchFamily="34" charset="0"/>
              </a:endParaRPr>
            </a:p>
          </p:txBody>
        </p:sp>
        <p:cxnSp>
          <p:nvCxnSpPr>
            <p:cNvPr id="27" name="Conector recto 26">
              <a:extLst>
                <a:ext uri="{FF2B5EF4-FFF2-40B4-BE49-F238E27FC236}">
                  <a16:creationId xmlns:a16="http://schemas.microsoft.com/office/drawing/2014/main" id="{EF1FFFF2-8C57-EC6B-E516-C81A78F60DBB}"/>
                </a:ext>
              </a:extLst>
            </p:cNvPr>
            <p:cNvCxnSpPr>
              <a:cxnSpLocks/>
            </p:cNvCxnSpPr>
            <p:nvPr/>
          </p:nvCxnSpPr>
          <p:spPr>
            <a:xfrm>
              <a:off x="5116037" y="5164583"/>
              <a:ext cx="4039393" cy="0"/>
            </a:xfrm>
            <a:prstGeom prst="line">
              <a:avLst/>
            </a:prstGeom>
            <a:ln w="6350">
              <a:solidFill>
                <a:srgbClr val="4FD1FF"/>
              </a:solidFill>
              <a:prstDash val="solid"/>
            </a:ln>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769D3C34-1BD8-67C3-6817-3A4D37A1CCAB}"/>
                </a:ext>
              </a:extLst>
            </p:cNvPr>
            <p:cNvCxnSpPr>
              <a:cxnSpLocks/>
            </p:cNvCxnSpPr>
            <p:nvPr/>
          </p:nvCxnSpPr>
          <p:spPr>
            <a:xfrm>
              <a:off x="5268437" y="10585747"/>
              <a:ext cx="4039393" cy="0"/>
            </a:xfrm>
            <a:prstGeom prst="line">
              <a:avLst/>
            </a:prstGeom>
            <a:ln w="6350">
              <a:solidFill>
                <a:srgbClr val="4FD1FF"/>
              </a:solidFill>
              <a:prstDash val="solid"/>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6376921D-9359-BCC4-13AC-BF198CA995DE}"/>
                </a:ext>
              </a:extLst>
            </p:cNvPr>
            <p:cNvCxnSpPr>
              <a:cxnSpLocks/>
            </p:cNvCxnSpPr>
            <p:nvPr/>
          </p:nvCxnSpPr>
          <p:spPr>
            <a:xfrm>
              <a:off x="5104726" y="8029470"/>
              <a:ext cx="4039393" cy="0"/>
            </a:xfrm>
            <a:prstGeom prst="line">
              <a:avLst/>
            </a:prstGeom>
            <a:ln w="6350">
              <a:solidFill>
                <a:srgbClr val="4FD1FF"/>
              </a:solidFill>
              <a:prstDash val="solid"/>
            </a:ln>
          </p:spPr>
          <p:style>
            <a:lnRef idx="1">
              <a:schemeClr val="accent1"/>
            </a:lnRef>
            <a:fillRef idx="0">
              <a:schemeClr val="accent1"/>
            </a:fillRef>
            <a:effectRef idx="0">
              <a:schemeClr val="accent1"/>
            </a:effectRef>
            <a:fontRef idx="minor">
              <a:schemeClr val="tx1"/>
            </a:fontRef>
          </p:style>
        </p:cxnSp>
      </p:grpSp>
      <p:grpSp>
        <p:nvGrpSpPr>
          <p:cNvPr id="39" name="Grupo 38">
            <a:extLst>
              <a:ext uri="{FF2B5EF4-FFF2-40B4-BE49-F238E27FC236}">
                <a16:creationId xmlns:a16="http://schemas.microsoft.com/office/drawing/2014/main" id="{32A41864-A5BD-DDA1-B085-27D5F73E043D}"/>
              </a:ext>
            </a:extLst>
          </p:cNvPr>
          <p:cNvGrpSpPr/>
          <p:nvPr/>
        </p:nvGrpSpPr>
        <p:grpSpPr>
          <a:xfrm>
            <a:off x="12069002" y="2544484"/>
            <a:ext cx="5925073" cy="4469190"/>
            <a:chOff x="10811304" y="2257817"/>
            <a:chExt cx="5925073" cy="4469190"/>
          </a:xfrm>
        </p:grpSpPr>
        <p:sp>
          <p:nvSpPr>
            <p:cNvPr id="34" name="Text Placeholder 4">
              <a:extLst>
                <a:ext uri="{FF2B5EF4-FFF2-40B4-BE49-F238E27FC236}">
                  <a16:creationId xmlns:a16="http://schemas.microsoft.com/office/drawing/2014/main" id="{AFB8EA6F-3510-2895-4258-5B0FDD69C0E9}"/>
                </a:ext>
              </a:extLst>
            </p:cNvPr>
            <p:cNvSpPr txBox="1">
              <a:spLocks/>
            </p:cNvSpPr>
            <p:nvPr/>
          </p:nvSpPr>
          <p:spPr>
            <a:xfrm>
              <a:off x="10811304" y="2257817"/>
              <a:ext cx="5925073" cy="4469190"/>
            </a:xfrm>
            <a:prstGeom prst="rect">
              <a:avLst/>
            </a:prstGeom>
          </p:spPr>
          <p:txBody>
            <a:bodyPr vert="horz" wrap="square" lIns="91440" tIns="45720" rIns="91440" bIns="45720" rtlCol="0">
              <a:no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lnSpc>
                  <a:spcPct val="150000"/>
                </a:lnSpc>
                <a:spcBef>
                  <a:spcPts val="1200"/>
                </a:spcBef>
              </a:pPr>
              <a:r>
                <a:rPr lang="es-AR" sz="2600" dirty="0">
                  <a:solidFill>
                    <a:schemeClr val="tx1">
                      <a:lumMod val="95000"/>
                      <a:lumOff val="5000"/>
                    </a:schemeClr>
                  </a:solidFill>
                  <a:latin typeface="Segoe UI Variable Small Light" pitchFamily="2" charset="0"/>
                  <a:cs typeface="Segoe UI" panose="020B0502040204020203" pitchFamily="34" charset="0"/>
                </a:rPr>
                <a:t>6 databases were generated:</a:t>
              </a:r>
            </a:p>
            <a:p>
              <a:pPr marL="742950" indent="-742950">
                <a:lnSpc>
                  <a:spcPct val="150000"/>
                </a:lnSpc>
                <a:spcBef>
                  <a:spcPts val="1200"/>
                </a:spcBef>
                <a:buFont typeface="+mj-lt"/>
                <a:buAutoNum type="arabicParenR"/>
              </a:pPr>
              <a:r>
                <a:rPr lang="en-US" sz="2400" dirty="0">
                  <a:solidFill>
                    <a:schemeClr val="tx1">
                      <a:lumMod val="95000"/>
                      <a:lumOff val="5000"/>
                    </a:schemeClr>
                  </a:solidFill>
                  <a:latin typeface="Segoe UI Variable Small Light" pitchFamily="2" charset="0"/>
                  <a:ea typeface="Segoe UI Emoji" panose="020B0502040204020203" pitchFamily="34" charset="0"/>
                  <a:cs typeface="Segoe UI" panose="020B0502040204020203" pitchFamily="34" charset="0"/>
                </a:rPr>
                <a:t>   </a:t>
              </a:r>
              <a:r>
                <a:rPr lang="en-US" sz="2400" dirty="0" err="1">
                  <a:solidFill>
                    <a:schemeClr val="tx1">
                      <a:lumMod val="95000"/>
                      <a:lumOff val="5000"/>
                    </a:schemeClr>
                  </a:solidFill>
                  <a:latin typeface="Segoe UI Variable Small Light" pitchFamily="2" charset="0"/>
                  <a:ea typeface="Segoe UI Emoji" panose="020B0502040204020203" pitchFamily="34" charset="0"/>
                  <a:cs typeface="Segoe UI" panose="020B0502040204020203" pitchFamily="34" charset="0"/>
                </a:rPr>
                <a:t>production</a:t>
              </a:r>
              <a:endParaRPr lang="en-US" sz="2400" dirty="0">
                <a:solidFill>
                  <a:schemeClr val="tx1">
                    <a:lumMod val="95000"/>
                    <a:lumOff val="5000"/>
                  </a:schemeClr>
                </a:solidFill>
                <a:latin typeface="Segoe UI Variable Small Light" pitchFamily="2" charset="0"/>
                <a:ea typeface="Segoe UI Emoji" panose="020B0502040204020203" pitchFamily="34" charset="0"/>
                <a:cs typeface="Segoe UI" panose="020B0502040204020203" pitchFamily="34" charset="0"/>
              </a:endParaRPr>
            </a:p>
            <a:p>
              <a:pPr marL="742950" indent="-742950">
                <a:lnSpc>
                  <a:spcPct val="150000"/>
                </a:lnSpc>
                <a:spcBef>
                  <a:spcPts val="1200"/>
                </a:spcBef>
                <a:buFont typeface="+mj-lt"/>
                <a:buAutoNum type="arabicParenR"/>
              </a:pPr>
              <a:r>
                <a:rPr lang="en-US" sz="2400" dirty="0">
                  <a:solidFill>
                    <a:schemeClr val="tx1">
                      <a:lumMod val="95000"/>
                      <a:lumOff val="5000"/>
                    </a:schemeClr>
                  </a:solidFill>
                  <a:latin typeface="Segoe UI Variable Small Light" pitchFamily="2" charset="0"/>
                  <a:ea typeface="Segoe UI Emoji" panose="020B0502040204020203" pitchFamily="34" charset="0"/>
                  <a:cs typeface="Segoe UI" panose="020B0502040204020203" pitchFamily="34" charset="0"/>
                </a:rPr>
                <a:t>   </a:t>
              </a:r>
              <a:r>
                <a:rPr lang="en-US" sz="2400" dirty="0" err="1">
                  <a:solidFill>
                    <a:schemeClr val="tx1">
                      <a:lumMod val="95000"/>
                      <a:lumOff val="5000"/>
                    </a:schemeClr>
                  </a:solidFill>
                  <a:latin typeface="Segoe UI Variable Small Light" pitchFamily="2" charset="0"/>
                  <a:ea typeface="Segoe UI Emoji" panose="020B0502040204020203" pitchFamily="34" charset="0"/>
                  <a:cs typeface="Segoe UI" panose="020B0502040204020203" pitchFamily="34" charset="0"/>
                </a:rPr>
                <a:t>maintenance</a:t>
              </a:r>
              <a:endParaRPr lang="en-US" sz="2400" dirty="0">
                <a:solidFill>
                  <a:schemeClr val="tx1">
                    <a:lumMod val="95000"/>
                    <a:lumOff val="5000"/>
                  </a:schemeClr>
                </a:solidFill>
                <a:latin typeface="Segoe UI Variable Small Light" pitchFamily="2" charset="0"/>
                <a:ea typeface="Segoe UI Emoji" panose="020B0502040204020203" pitchFamily="34" charset="0"/>
                <a:cs typeface="Segoe UI" panose="020B0502040204020203" pitchFamily="34" charset="0"/>
              </a:endParaRPr>
            </a:p>
            <a:p>
              <a:pPr marL="742950" indent="-742950">
                <a:lnSpc>
                  <a:spcPct val="150000"/>
                </a:lnSpc>
                <a:spcBef>
                  <a:spcPts val="1200"/>
                </a:spcBef>
                <a:buFont typeface="+mj-lt"/>
                <a:buAutoNum type="arabicParenR"/>
              </a:pPr>
              <a:r>
                <a:rPr lang="en-US" sz="2400" dirty="0">
                  <a:solidFill>
                    <a:schemeClr val="tx1">
                      <a:lumMod val="95000"/>
                      <a:lumOff val="5000"/>
                    </a:schemeClr>
                  </a:solidFill>
                  <a:latin typeface="Segoe UI Variable Small Light" pitchFamily="2" charset="0"/>
                  <a:ea typeface="Segoe UI Emoji" panose="020B0502040204020203" pitchFamily="34" charset="0"/>
                  <a:cs typeface="Segoe UI" panose="020B0502040204020203" pitchFamily="34" charset="0"/>
                </a:rPr>
                <a:t>   </a:t>
              </a:r>
              <a:r>
                <a:rPr lang="en-US" sz="2400" dirty="0" err="1">
                  <a:solidFill>
                    <a:schemeClr val="tx1">
                      <a:lumMod val="95000"/>
                      <a:lumOff val="5000"/>
                    </a:schemeClr>
                  </a:solidFill>
                  <a:latin typeface="Segoe UI Variable Small Light" pitchFamily="2" charset="0"/>
                  <a:ea typeface="Segoe UI Emoji" panose="020B0502040204020203" pitchFamily="34" charset="0"/>
                  <a:cs typeface="Segoe UI" panose="020B0502040204020203" pitchFamily="34" charset="0"/>
                </a:rPr>
                <a:t>climate</a:t>
              </a:r>
              <a:endParaRPr lang="en-US" sz="2400" dirty="0">
                <a:solidFill>
                  <a:schemeClr val="tx1">
                    <a:lumMod val="95000"/>
                    <a:lumOff val="5000"/>
                  </a:schemeClr>
                </a:solidFill>
                <a:latin typeface="Segoe UI Variable Small Light" pitchFamily="2" charset="0"/>
                <a:ea typeface="Segoe UI Emoji" panose="020B0502040204020203" pitchFamily="34" charset="0"/>
                <a:cs typeface="Segoe UI" panose="020B0502040204020203" pitchFamily="34" charset="0"/>
              </a:endParaRPr>
            </a:p>
            <a:p>
              <a:pPr marL="742950" indent="-742950">
                <a:lnSpc>
                  <a:spcPct val="150000"/>
                </a:lnSpc>
                <a:spcBef>
                  <a:spcPts val="1200"/>
                </a:spcBef>
                <a:buFont typeface="+mj-lt"/>
                <a:buAutoNum type="arabicParenR"/>
              </a:pPr>
              <a:r>
                <a:rPr lang="en-US" sz="2400" dirty="0">
                  <a:solidFill>
                    <a:schemeClr val="tx1">
                      <a:lumMod val="95000"/>
                      <a:lumOff val="5000"/>
                    </a:schemeClr>
                  </a:solidFill>
                  <a:latin typeface="Segoe UI Variable Small Light" pitchFamily="2" charset="0"/>
                  <a:ea typeface="Segoe UI Emoji" panose="020B0502040204020203" pitchFamily="34" charset="0"/>
                  <a:cs typeface="Segoe UI" panose="020B0502040204020203" pitchFamily="34" charset="0"/>
                </a:rPr>
                <a:t>   </a:t>
              </a:r>
              <a:r>
                <a:rPr lang="en-US" sz="2400" dirty="0" err="1">
                  <a:solidFill>
                    <a:schemeClr val="tx1">
                      <a:lumMod val="95000"/>
                      <a:lumOff val="5000"/>
                    </a:schemeClr>
                  </a:solidFill>
                  <a:latin typeface="Segoe UI Variable Small Light" pitchFamily="2" charset="0"/>
                  <a:ea typeface="Segoe UI Emoji" panose="020B0502040204020203" pitchFamily="34" charset="0"/>
                  <a:cs typeface="Segoe UI" panose="020B0502040204020203" pitchFamily="34" charset="0"/>
                </a:rPr>
                <a:t>turbines</a:t>
              </a:r>
              <a:endParaRPr lang="en-US" sz="2400" dirty="0">
                <a:solidFill>
                  <a:schemeClr val="tx1">
                    <a:lumMod val="95000"/>
                    <a:lumOff val="5000"/>
                  </a:schemeClr>
                </a:solidFill>
                <a:latin typeface="Segoe UI Variable Small Light" pitchFamily="2" charset="0"/>
                <a:ea typeface="Segoe UI Emoji" panose="020B0502040204020203" pitchFamily="34" charset="0"/>
                <a:cs typeface="Segoe UI" panose="020B0502040204020203" pitchFamily="34" charset="0"/>
              </a:endParaRPr>
            </a:p>
            <a:p>
              <a:pPr marL="742950" indent="-742950">
                <a:lnSpc>
                  <a:spcPct val="150000"/>
                </a:lnSpc>
                <a:spcBef>
                  <a:spcPts val="1200"/>
                </a:spcBef>
                <a:buFont typeface="+mj-lt"/>
                <a:buAutoNum type="arabicParenR"/>
              </a:pPr>
              <a:r>
                <a:rPr lang="en-US" sz="2400" dirty="0">
                  <a:latin typeface="Segoe UI Variable Small Light" pitchFamily="2" charset="0"/>
                  <a:ea typeface="Segoe UI Emoji" panose="020B0502040204020203" pitchFamily="34" charset="0"/>
                  <a:cs typeface="Segoe UI" panose="020B0502040204020203" pitchFamily="34" charset="0"/>
                </a:rPr>
                <a:t>   </a:t>
              </a:r>
              <a:r>
                <a:rPr lang="en-US" sz="2400" dirty="0" err="1">
                  <a:latin typeface="Segoe UI Variable Small Light" pitchFamily="2" charset="0"/>
                  <a:ea typeface="Segoe UI Emoji" panose="020B0502040204020203" pitchFamily="34" charset="0"/>
                  <a:cs typeface="Segoe UI" panose="020B0502040204020203" pitchFamily="34" charset="0"/>
                </a:rPr>
                <a:t>price</a:t>
              </a:r>
              <a:endParaRPr lang="en-US" sz="2400" dirty="0">
                <a:latin typeface="Segoe UI Variable Small Light" pitchFamily="2" charset="0"/>
                <a:ea typeface="Segoe UI Emoji" panose="020B0502040204020203" pitchFamily="34" charset="0"/>
                <a:cs typeface="Segoe UI" panose="020B0502040204020203" pitchFamily="34" charset="0"/>
              </a:endParaRPr>
            </a:p>
            <a:p>
              <a:pPr marL="742950" indent="-742950">
                <a:lnSpc>
                  <a:spcPct val="150000"/>
                </a:lnSpc>
                <a:spcBef>
                  <a:spcPts val="1200"/>
                </a:spcBef>
                <a:buFont typeface="+mj-lt"/>
                <a:buAutoNum type="arabicParenR"/>
              </a:pPr>
              <a:r>
                <a:rPr lang="en-US" sz="2400" dirty="0">
                  <a:latin typeface="Segoe UI Variable Small Light" pitchFamily="2" charset="0"/>
                  <a:ea typeface="Segoe UI Emoji" panose="020B0502040204020203" pitchFamily="34" charset="0"/>
                  <a:cs typeface="Segoe UI" panose="020B0502040204020203" pitchFamily="34" charset="0"/>
                </a:rPr>
                <a:t>   </a:t>
              </a:r>
              <a:r>
                <a:rPr lang="en-US" sz="2400" dirty="0" err="1">
                  <a:latin typeface="Segoe UI Variable Small Light" pitchFamily="2" charset="0"/>
                  <a:ea typeface="Segoe UI Emoji" panose="020B0502040204020203" pitchFamily="34" charset="0"/>
                  <a:cs typeface="Segoe UI" panose="020B0502040204020203" pitchFamily="34" charset="0"/>
                </a:rPr>
                <a:t>theoretical_curves</a:t>
              </a:r>
              <a:r>
                <a:rPr lang="en-US" sz="2400" dirty="0">
                  <a:latin typeface="Segoe UI Variable Small Light" pitchFamily="2" charset="0"/>
                  <a:ea typeface="Segoe UI Emoji" panose="020B0502040204020203" pitchFamily="34" charset="0"/>
                  <a:cs typeface="Segoe UI" panose="020B0502040204020203" pitchFamily="34" charset="0"/>
                </a:rPr>
                <a:t>	</a:t>
              </a:r>
            </a:p>
            <a:p>
              <a:pPr marL="742950" indent="-742950">
                <a:lnSpc>
                  <a:spcPct val="150000"/>
                </a:lnSpc>
                <a:spcBef>
                  <a:spcPts val="1200"/>
                </a:spcBef>
                <a:buFont typeface="+mj-lt"/>
                <a:buAutoNum type="arabicParenR"/>
              </a:pPr>
              <a:endParaRPr lang="en-US" sz="2400" dirty="0">
                <a:latin typeface="Segoe UI Variable Small Light" pitchFamily="2" charset="0"/>
                <a:ea typeface="Segoe UI Emoji" panose="020B0502040204020203" pitchFamily="34" charset="0"/>
                <a:cs typeface="Segoe UI" panose="020B0502040204020203" pitchFamily="34" charset="0"/>
              </a:endParaRPr>
            </a:p>
            <a:p>
              <a:pPr>
                <a:lnSpc>
                  <a:spcPct val="150000"/>
                </a:lnSpc>
                <a:spcBef>
                  <a:spcPts val="1200"/>
                </a:spcBef>
              </a:pPr>
              <a:endParaRPr lang="en-US" sz="2400" dirty="0">
                <a:latin typeface="Segoe UI Variable Small Light" pitchFamily="2" charset="0"/>
                <a:ea typeface="Segoe UI Emoji" panose="020B0502040204020203" pitchFamily="34" charset="0"/>
                <a:cs typeface="Segoe UI" panose="020B0502040204020203" pitchFamily="34" charset="0"/>
              </a:endParaRPr>
            </a:p>
            <a:p>
              <a:pPr marL="742950" indent="-742950">
                <a:spcBef>
                  <a:spcPts val="1200"/>
                </a:spcBef>
                <a:buFont typeface="+mj-lt"/>
                <a:buAutoNum type="arabicParenR"/>
              </a:pPr>
              <a:endParaRPr lang="en-US" sz="2400" i="1" dirty="0">
                <a:solidFill>
                  <a:schemeClr val="tx1">
                    <a:lumMod val="95000"/>
                    <a:lumOff val="5000"/>
                  </a:schemeClr>
                </a:solidFill>
                <a:latin typeface="Segoe UI Variable Small Light" pitchFamily="2" charset="0"/>
                <a:ea typeface="Segoe UI Emoji" panose="020B0502040204020203" pitchFamily="34" charset="0"/>
                <a:cs typeface="Segoe UI" panose="020B0502040204020203" pitchFamily="34" charset="0"/>
              </a:endParaRPr>
            </a:p>
            <a:p>
              <a:pPr marL="742950" indent="-742950">
                <a:spcBef>
                  <a:spcPts val="1200"/>
                </a:spcBef>
                <a:buFont typeface="+mj-lt"/>
                <a:buAutoNum type="arabicParenR"/>
              </a:pPr>
              <a:endParaRPr lang="en-US" sz="2400" i="1" dirty="0">
                <a:solidFill>
                  <a:schemeClr val="tx1">
                    <a:lumMod val="95000"/>
                    <a:lumOff val="5000"/>
                  </a:schemeClr>
                </a:solidFill>
                <a:latin typeface="Segoe UI Variable Small Light" pitchFamily="2" charset="0"/>
                <a:ea typeface="Segoe UI Emoji" panose="020B0502040204020203" pitchFamily="34" charset="0"/>
                <a:cs typeface="Segoe UI" panose="020B0502040204020203" pitchFamily="34" charset="0"/>
              </a:endParaRPr>
            </a:p>
            <a:p>
              <a:pPr marL="742950" indent="-742950">
                <a:spcBef>
                  <a:spcPts val="1200"/>
                </a:spcBef>
                <a:buFont typeface="+mj-lt"/>
                <a:buAutoNum type="arabicParenR"/>
              </a:pPr>
              <a:endParaRPr lang="en-US" sz="2400" i="1" dirty="0">
                <a:solidFill>
                  <a:schemeClr val="tx1">
                    <a:lumMod val="95000"/>
                    <a:lumOff val="5000"/>
                  </a:schemeClr>
                </a:solidFill>
                <a:latin typeface="Segoe UI Variable Small Light" pitchFamily="2" charset="0"/>
                <a:ea typeface="Segoe UI Emoji" panose="020B0502040204020203" pitchFamily="34" charset="0"/>
                <a:cs typeface="Segoe UI" panose="020B0502040204020203" pitchFamily="34" charset="0"/>
              </a:endParaRPr>
            </a:p>
            <a:p>
              <a:pPr marL="742950" indent="-742950">
                <a:spcBef>
                  <a:spcPts val="1200"/>
                </a:spcBef>
                <a:buFont typeface="+mj-lt"/>
                <a:buAutoNum type="arabicParenR"/>
              </a:pPr>
              <a:endParaRPr lang="en-US" i="1" dirty="0">
                <a:solidFill>
                  <a:schemeClr val="tx1">
                    <a:lumMod val="95000"/>
                    <a:lumOff val="5000"/>
                  </a:schemeClr>
                </a:solidFill>
                <a:latin typeface="Segoe UI Variable Small Light" pitchFamily="2" charset="0"/>
                <a:ea typeface="Segoe UI Emoji" panose="020B0502040204020203" pitchFamily="34" charset="0"/>
                <a:cs typeface="Segoe UI" panose="020B0502040204020203" pitchFamily="34" charset="0"/>
              </a:endParaRPr>
            </a:p>
          </p:txBody>
        </p:sp>
        <p:pic>
          <p:nvPicPr>
            <p:cNvPr id="1040" name="Picture 16">
              <a:extLst>
                <a:ext uri="{FF2B5EF4-FFF2-40B4-BE49-F238E27FC236}">
                  <a16:creationId xmlns:a16="http://schemas.microsoft.com/office/drawing/2014/main" id="{4F1EEC54-BFF0-E72F-449F-3581A1432EF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202060" y="2986000"/>
              <a:ext cx="595328" cy="595328"/>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6">
              <a:extLst>
                <a:ext uri="{FF2B5EF4-FFF2-40B4-BE49-F238E27FC236}">
                  <a16:creationId xmlns:a16="http://schemas.microsoft.com/office/drawing/2014/main" id="{96B0EBF8-4DF7-F42F-6FCB-EF0313DB9E2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202060" y="3699638"/>
              <a:ext cx="595328" cy="595328"/>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16">
              <a:extLst>
                <a:ext uri="{FF2B5EF4-FFF2-40B4-BE49-F238E27FC236}">
                  <a16:creationId xmlns:a16="http://schemas.microsoft.com/office/drawing/2014/main" id="{D0801D67-BA97-93DC-2E4B-2C7D7403853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202060" y="4413276"/>
              <a:ext cx="595328" cy="595328"/>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16">
              <a:extLst>
                <a:ext uri="{FF2B5EF4-FFF2-40B4-BE49-F238E27FC236}">
                  <a16:creationId xmlns:a16="http://schemas.microsoft.com/office/drawing/2014/main" id="{DACC6C5F-E81C-E490-E258-81FBDCCDB6E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202060" y="5126914"/>
              <a:ext cx="595328" cy="595328"/>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16">
              <a:extLst>
                <a:ext uri="{FF2B5EF4-FFF2-40B4-BE49-F238E27FC236}">
                  <a16:creationId xmlns:a16="http://schemas.microsoft.com/office/drawing/2014/main" id="{1C421FEE-1A08-D607-1E38-B212F10BA84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202060" y="5840554"/>
              <a:ext cx="595328" cy="595328"/>
            </a:xfrm>
            <a:prstGeom prst="rect">
              <a:avLst/>
            </a:prstGeom>
            <a:noFill/>
            <a:extLst>
              <a:ext uri="{909E8E84-426E-40DD-AFC4-6F175D3DCCD1}">
                <a14:hiddenFill xmlns:a14="http://schemas.microsoft.com/office/drawing/2010/main">
                  <a:solidFill>
                    <a:srgbClr val="FFFFFF"/>
                  </a:solidFill>
                </a14:hiddenFill>
              </a:ext>
            </a:extLst>
          </p:spPr>
        </p:pic>
      </p:grpSp>
      <p:sp>
        <p:nvSpPr>
          <p:cNvPr id="40" name="Text Placeholder 4">
            <a:extLst>
              <a:ext uri="{FF2B5EF4-FFF2-40B4-BE49-F238E27FC236}">
                <a16:creationId xmlns:a16="http://schemas.microsoft.com/office/drawing/2014/main" id="{D5F2E853-1BB8-60AB-C05D-CCC303D0A464}"/>
              </a:ext>
            </a:extLst>
          </p:cNvPr>
          <p:cNvSpPr txBox="1">
            <a:spLocks/>
          </p:cNvSpPr>
          <p:nvPr/>
        </p:nvSpPr>
        <p:spPr>
          <a:xfrm>
            <a:off x="19182483" y="2622725"/>
            <a:ext cx="5925073" cy="649942"/>
          </a:xfrm>
          <a:prstGeom prst="rect">
            <a:avLst/>
          </a:prstGeom>
        </p:spPr>
        <p:txBody>
          <a:bodyPr vert="horz" wrap="square" lIns="91440" tIns="45720" rIns="91440" bIns="45720" rtlCol="0">
            <a:no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lnSpc>
                <a:spcPct val="150000"/>
              </a:lnSpc>
              <a:spcBef>
                <a:spcPts val="1200"/>
              </a:spcBef>
            </a:pPr>
            <a:r>
              <a:rPr lang="en-US" sz="2600" dirty="0">
                <a:solidFill>
                  <a:schemeClr val="tx1">
                    <a:lumMod val="95000"/>
                    <a:lumOff val="5000"/>
                  </a:schemeClr>
                </a:solidFill>
                <a:latin typeface="Segoe UI Variable Small Light" pitchFamily="2" charset="0"/>
                <a:ea typeface="Segoe UI Emoji" panose="020B0502040204020203" pitchFamily="34" charset="0"/>
                <a:cs typeface="Segoe UI" panose="020B0502040204020203" pitchFamily="34" charset="0"/>
              </a:rPr>
              <a:t>Cleaning &amp; queries in MySQL.</a:t>
            </a:r>
          </a:p>
        </p:txBody>
      </p:sp>
      <p:sp>
        <p:nvSpPr>
          <p:cNvPr id="41" name="Elipse 40">
            <a:extLst>
              <a:ext uri="{FF2B5EF4-FFF2-40B4-BE49-F238E27FC236}">
                <a16:creationId xmlns:a16="http://schemas.microsoft.com/office/drawing/2014/main" id="{2D780031-F08C-DB5C-3048-325BB2FC28B8}"/>
              </a:ext>
            </a:extLst>
          </p:cNvPr>
          <p:cNvSpPr/>
          <p:nvPr/>
        </p:nvSpPr>
        <p:spPr>
          <a:xfrm>
            <a:off x="1628031" y="4127496"/>
            <a:ext cx="1037617" cy="1037617"/>
          </a:xfrm>
          <a:prstGeom prst="ellipse">
            <a:avLst/>
          </a:prstGeom>
          <a:solidFill>
            <a:srgbClr val="0070C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AR" sz="4800" b="1" dirty="0">
                <a:solidFill>
                  <a:schemeClr val="bg1"/>
                </a:solidFill>
              </a:rPr>
              <a:t>A</a:t>
            </a:r>
          </a:p>
        </p:txBody>
      </p:sp>
      <p:sp>
        <p:nvSpPr>
          <p:cNvPr id="42" name="Elipse 41">
            <a:extLst>
              <a:ext uri="{FF2B5EF4-FFF2-40B4-BE49-F238E27FC236}">
                <a16:creationId xmlns:a16="http://schemas.microsoft.com/office/drawing/2014/main" id="{A0DC30DB-6474-7B31-2064-C04ABBC43174}"/>
              </a:ext>
            </a:extLst>
          </p:cNvPr>
          <p:cNvSpPr/>
          <p:nvPr/>
        </p:nvSpPr>
        <p:spPr>
          <a:xfrm>
            <a:off x="1628031" y="7061862"/>
            <a:ext cx="1037617" cy="1037617"/>
          </a:xfrm>
          <a:prstGeom prst="ellipse">
            <a:avLst/>
          </a:prstGeom>
          <a:solidFill>
            <a:srgbClr val="0070C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AR" sz="4800" b="1" dirty="0">
                <a:solidFill>
                  <a:schemeClr val="bg1"/>
                </a:solidFill>
              </a:rPr>
              <a:t>B</a:t>
            </a:r>
          </a:p>
        </p:txBody>
      </p:sp>
      <p:sp>
        <p:nvSpPr>
          <p:cNvPr id="43" name="Elipse 42">
            <a:extLst>
              <a:ext uri="{FF2B5EF4-FFF2-40B4-BE49-F238E27FC236}">
                <a16:creationId xmlns:a16="http://schemas.microsoft.com/office/drawing/2014/main" id="{4BE066C5-FC50-06D2-B01B-EC1DDD26A5B1}"/>
              </a:ext>
            </a:extLst>
          </p:cNvPr>
          <p:cNvSpPr/>
          <p:nvPr/>
        </p:nvSpPr>
        <p:spPr>
          <a:xfrm>
            <a:off x="1628031" y="9996228"/>
            <a:ext cx="1037617" cy="1037617"/>
          </a:xfrm>
          <a:prstGeom prst="ellipse">
            <a:avLst/>
          </a:prstGeom>
          <a:solidFill>
            <a:srgbClr val="0070C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AR" sz="4800" b="1" dirty="0">
                <a:solidFill>
                  <a:schemeClr val="bg1"/>
                </a:solidFill>
              </a:rPr>
              <a:t>C</a:t>
            </a:r>
          </a:p>
        </p:txBody>
      </p:sp>
      <p:sp>
        <p:nvSpPr>
          <p:cNvPr id="44" name="Elipse 43">
            <a:extLst>
              <a:ext uri="{FF2B5EF4-FFF2-40B4-BE49-F238E27FC236}">
                <a16:creationId xmlns:a16="http://schemas.microsoft.com/office/drawing/2014/main" id="{743BD4C0-A81D-A26F-F44D-5665788D2F9F}"/>
              </a:ext>
            </a:extLst>
          </p:cNvPr>
          <p:cNvSpPr/>
          <p:nvPr/>
        </p:nvSpPr>
        <p:spPr>
          <a:xfrm>
            <a:off x="10959370" y="2372050"/>
            <a:ext cx="1037617" cy="1037617"/>
          </a:xfrm>
          <a:prstGeom prst="ellipse">
            <a:avLst/>
          </a:prstGeom>
          <a:solidFill>
            <a:srgbClr val="0070C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AR" sz="4800" b="1" dirty="0">
                <a:solidFill>
                  <a:schemeClr val="bg1"/>
                </a:solidFill>
              </a:rPr>
              <a:t>A</a:t>
            </a:r>
          </a:p>
        </p:txBody>
      </p:sp>
      <p:sp>
        <p:nvSpPr>
          <p:cNvPr id="45" name="Elipse 44">
            <a:extLst>
              <a:ext uri="{FF2B5EF4-FFF2-40B4-BE49-F238E27FC236}">
                <a16:creationId xmlns:a16="http://schemas.microsoft.com/office/drawing/2014/main" id="{71CCC618-C04F-8E9C-D70B-87A00A293636}"/>
              </a:ext>
            </a:extLst>
          </p:cNvPr>
          <p:cNvSpPr/>
          <p:nvPr/>
        </p:nvSpPr>
        <p:spPr>
          <a:xfrm>
            <a:off x="18030305" y="2372050"/>
            <a:ext cx="1037617" cy="1037617"/>
          </a:xfrm>
          <a:prstGeom prst="ellipse">
            <a:avLst/>
          </a:prstGeom>
          <a:solidFill>
            <a:srgbClr val="0070C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AR" sz="4800" b="1" dirty="0">
                <a:solidFill>
                  <a:schemeClr val="bg1"/>
                </a:solidFill>
              </a:rPr>
              <a:t>B</a:t>
            </a:r>
          </a:p>
        </p:txBody>
      </p:sp>
      <p:sp>
        <p:nvSpPr>
          <p:cNvPr id="46" name="Elipse 45">
            <a:extLst>
              <a:ext uri="{FF2B5EF4-FFF2-40B4-BE49-F238E27FC236}">
                <a16:creationId xmlns:a16="http://schemas.microsoft.com/office/drawing/2014/main" id="{C26941EA-160C-4F48-EE7E-DB11D96A3740}"/>
              </a:ext>
            </a:extLst>
          </p:cNvPr>
          <p:cNvSpPr/>
          <p:nvPr/>
        </p:nvSpPr>
        <p:spPr>
          <a:xfrm>
            <a:off x="11095180" y="7750606"/>
            <a:ext cx="1037617" cy="1037617"/>
          </a:xfrm>
          <a:prstGeom prst="ellipse">
            <a:avLst/>
          </a:prstGeom>
          <a:solidFill>
            <a:srgbClr val="0070C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AR" sz="4800" b="1" dirty="0">
                <a:solidFill>
                  <a:schemeClr val="bg1"/>
                </a:solidFill>
              </a:rPr>
              <a:t>C</a:t>
            </a:r>
          </a:p>
        </p:txBody>
      </p:sp>
      <p:sp>
        <p:nvSpPr>
          <p:cNvPr id="47" name="Text Placeholder 4">
            <a:extLst>
              <a:ext uri="{FF2B5EF4-FFF2-40B4-BE49-F238E27FC236}">
                <a16:creationId xmlns:a16="http://schemas.microsoft.com/office/drawing/2014/main" id="{1E142CA6-E95D-6B41-4889-EF16E0657B0D}"/>
              </a:ext>
            </a:extLst>
          </p:cNvPr>
          <p:cNvSpPr txBox="1">
            <a:spLocks/>
          </p:cNvSpPr>
          <p:nvPr/>
        </p:nvSpPr>
        <p:spPr>
          <a:xfrm>
            <a:off x="12171242" y="7958245"/>
            <a:ext cx="10677394" cy="1167794"/>
          </a:xfrm>
          <a:prstGeom prst="rect">
            <a:avLst/>
          </a:prstGeom>
        </p:spPr>
        <p:txBody>
          <a:bodyPr vert="horz" wrap="square" lIns="91440" tIns="45720" rIns="91440" bIns="45720" rtlCol="0">
            <a:no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n-US" sz="2600" dirty="0">
                <a:solidFill>
                  <a:schemeClr val="tx1">
                    <a:lumMod val="95000"/>
                    <a:lumOff val="5000"/>
                  </a:schemeClr>
                </a:solidFill>
                <a:latin typeface="Segoe UI Variable Small Light" pitchFamily="2" charset="0"/>
                <a:ea typeface="Segoe UI Emoji" panose="020B0502040204020203" pitchFamily="34" charset="0"/>
                <a:cs typeface="Segoe UI" panose="020B0502040204020203" pitchFamily="34" charset="0"/>
              </a:rPr>
              <a:t>Dashboard for data visualization.</a:t>
            </a:r>
            <a:endParaRPr lang="en-US" i="1" dirty="0">
              <a:solidFill>
                <a:schemeClr val="tx1">
                  <a:lumMod val="95000"/>
                  <a:lumOff val="5000"/>
                </a:schemeClr>
              </a:solidFill>
              <a:latin typeface="Segoe UI Variable Small Light" pitchFamily="2" charset="0"/>
              <a:ea typeface="Segoe UI Emoji" panose="020B0502040204020203" pitchFamily="34" charset="0"/>
              <a:cs typeface="Segoe UI" panose="020B0502040204020203" pitchFamily="34" charset="0"/>
            </a:endParaRPr>
          </a:p>
        </p:txBody>
      </p:sp>
      <p:sp>
        <p:nvSpPr>
          <p:cNvPr id="54" name="CuadroTexto 53">
            <a:extLst>
              <a:ext uri="{FF2B5EF4-FFF2-40B4-BE49-F238E27FC236}">
                <a16:creationId xmlns:a16="http://schemas.microsoft.com/office/drawing/2014/main" id="{A5DCE05C-8C11-B76B-3192-D079CFFEE870}"/>
              </a:ext>
            </a:extLst>
          </p:cNvPr>
          <p:cNvSpPr txBox="1"/>
          <p:nvPr/>
        </p:nvSpPr>
        <p:spPr>
          <a:xfrm>
            <a:off x="3178996" y="1083681"/>
            <a:ext cx="11003156" cy="1107996"/>
          </a:xfrm>
          <a:prstGeom prst="rect">
            <a:avLst/>
          </a:prstGeom>
          <a:noFill/>
        </p:spPr>
        <p:txBody>
          <a:bodyPr wrap="square" rtlCol="0">
            <a:spAutoFit/>
          </a:bodyPr>
          <a:lstStyle/>
          <a:p>
            <a:r>
              <a:rPr lang="es-AR" sz="6600" spc="600" dirty="0">
                <a:solidFill>
                  <a:srgbClr val="454545"/>
                </a:solidFill>
                <a:latin typeface="Segoe UI Variable Display Light" pitchFamily="2" charset="0"/>
              </a:rPr>
              <a:t>Tools Used</a:t>
            </a:r>
            <a:endParaRPr lang="en-US" sz="6600" spc="600" dirty="0">
              <a:solidFill>
                <a:srgbClr val="454545"/>
              </a:solidFill>
              <a:latin typeface="Segoe UI Variable Display Light" pitchFamily="2" charset="0"/>
            </a:endParaRPr>
          </a:p>
        </p:txBody>
      </p:sp>
      <p:sp>
        <p:nvSpPr>
          <p:cNvPr id="55" name="Flecha: cheurón 54">
            <a:extLst>
              <a:ext uri="{FF2B5EF4-FFF2-40B4-BE49-F238E27FC236}">
                <a16:creationId xmlns:a16="http://schemas.microsoft.com/office/drawing/2014/main" id="{7823FC87-706D-F38B-E944-D70C1578E868}"/>
              </a:ext>
            </a:extLst>
          </p:cNvPr>
          <p:cNvSpPr/>
          <p:nvPr/>
        </p:nvSpPr>
        <p:spPr>
          <a:xfrm>
            <a:off x="2119856" y="1242275"/>
            <a:ext cx="876300" cy="799587"/>
          </a:xfrm>
          <a:prstGeom prst="chevron">
            <a:avLst/>
          </a:prstGeom>
          <a:gradFill>
            <a:gsLst>
              <a:gs pos="0">
                <a:srgbClr val="74ADFA"/>
              </a:gs>
              <a:gs pos="100000">
                <a:srgbClr val="4FD1FF"/>
              </a:gs>
            </a:gsLst>
            <a:lin ang="5400000" scaled="1"/>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3" name="Imagen 2" descr="Interfaz de usuario gráfica  El contenido generado por IA puede ser incorrecto.">
            <a:extLst>
              <a:ext uri="{FF2B5EF4-FFF2-40B4-BE49-F238E27FC236}">
                <a16:creationId xmlns:a16="http://schemas.microsoft.com/office/drawing/2014/main" id="{401C849F-ABA4-46B0-04D5-C667B6F260DF}"/>
              </a:ext>
            </a:extLst>
          </p:cNvPr>
          <p:cNvPicPr>
            <a:picLocks noChangeAspect="1"/>
          </p:cNvPicPr>
          <p:nvPr/>
        </p:nvPicPr>
        <p:blipFill>
          <a:blip r:embed="rId8"/>
          <a:stretch>
            <a:fillRect/>
          </a:stretch>
        </p:blipFill>
        <p:spPr>
          <a:xfrm>
            <a:off x="12171567" y="8627949"/>
            <a:ext cx="4966769" cy="2746749"/>
          </a:xfrm>
          <a:prstGeom prst="rect">
            <a:avLst/>
          </a:prstGeom>
        </p:spPr>
      </p:pic>
      <p:pic>
        <p:nvPicPr>
          <p:cNvPr id="7" name="Imagen 6" descr="Interfaz de usuario gráfica, Aplicación  El contenido generado por IA puede ser incorrecto.">
            <a:extLst>
              <a:ext uri="{FF2B5EF4-FFF2-40B4-BE49-F238E27FC236}">
                <a16:creationId xmlns:a16="http://schemas.microsoft.com/office/drawing/2014/main" id="{6526E7D8-C679-AF73-D5F1-F9F40952FFAD}"/>
              </a:ext>
            </a:extLst>
          </p:cNvPr>
          <p:cNvPicPr>
            <a:picLocks noChangeAspect="1"/>
          </p:cNvPicPr>
          <p:nvPr/>
        </p:nvPicPr>
        <p:blipFill>
          <a:blip r:embed="rId9"/>
          <a:stretch>
            <a:fillRect/>
          </a:stretch>
        </p:blipFill>
        <p:spPr>
          <a:xfrm>
            <a:off x="17428750" y="8587261"/>
            <a:ext cx="4868426" cy="2926809"/>
          </a:xfrm>
          <a:prstGeom prst="rect">
            <a:avLst/>
          </a:prstGeom>
        </p:spPr>
      </p:pic>
      <p:sp>
        <p:nvSpPr>
          <p:cNvPr id="9" name="Rectángulo: esquinas redondeadas 8">
            <a:extLst>
              <a:ext uri="{FF2B5EF4-FFF2-40B4-BE49-F238E27FC236}">
                <a16:creationId xmlns:a16="http://schemas.microsoft.com/office/drawing/2014/main" id="{CD85E8B5-189D-A50D-8CDB-514FC77387F1}"/>
              </a:ext>
            </a:extLst>
          </p:cNvPr>
          <p:cNvSpPr/>
          <p:nvPr/>
        </p:nvSpPr>
        <p:spPr>
          <a:xfrm>
            <a:off x="11910082" y="3272667"/>
            <a:ext cx="5950604" cy="1370038"/>
          </a:xfrm>
          <a:prstGeom prst="roundRect">
            <a:avLst>
              <a:gd name="adj" fmla="val 15177"/>
            </a:avLst>
          </a:prstGeom>
          <a:solidFill>
            <a:srgbClr val="33CDCD">
              <a:alpha val="10000"/>
            </a:srgbClr>
          </a:solidFill>
          <a:ln w="15875">
            <a:solidFill>
              <a:srgbClr val="33CDCD"/>
            </a:solidFill>
          </a:ln>
        </p:spPr>
        <p:style>
          <a:lnRef idx="2">
            <a:schemeClr val="accent6"/>
          </a:lnRef>
          <a:fillRef idx="1">
            <a:schemeClr val="lt1"/>
          </a:fillRef>
          <a:effectRef idx="0">
            <a:schemeClr val="accent6"/>
          </a:effectRef>
          <a:fontRef idx="minor">
            <a:schemeClr val="dk1"/>
          </a:fontRef>
        </p:style>
        <p:txBody>
          <a:bodyPr rtlCol="0" anchor="ctr"/>
          <a:lstStyle/>
          <a:p>
            <a:pPr algn="r"/>
            <a:r>
              <a:rPr lang="es-AR" sz="2800" b="1" i="1" dirty="0">
                <a:latin typeface="Segoe UI" panose="020B0502040204020203" pitchFamily="34" charset="0"/>
                <a:cs typeface="Segoe UI" panose="020B0502040204020203" pitchFamily="34" charset="0"/>
              </a:rPr>
              <a:t>FACT TABLES</a:t>
            </a:r>
            <a:endParaRPr lang="en-US" sz="2800" b="1" i="1" dirty="0">
              <a:latin typeface="Segoe UI" panose="020B0502040204020203" pitchFamily="34" charset="0"/>
              <a:cs typeface="Segoe UI" panose="020B0502040204020203" pitchFamily="34" charset="0"/>
            </a:endParaRPr>
          </a:p>
        </p:txBody>
      </p:sp>
      <p:sp>
        <p:nvSpPr>
          <p:cNvPr id="11" name="Rectángulo: esquinas redondeadas 10">
            <a:extLst>
              <a:ext uri="{FF2B5EF4-FFF2-40B4-BE49-F238E27FC236}">
                <a16:creationId xmlns:a16="http://schemas.microsoft.com/office/drawing/2014/main" id="{05B73ECF-82CD-979C-379E-DD7ECA57C275}"/>
              </a:ext>
            </a:extLst>
          </p:cNvPr>
          <p:cNvSpPr/>
          <p:nvPr/>
        </p:nvSpPr>
        <p:spPr>
          <a:xfrm>
            <a:off x="11883017" y="4737445"/>
            <a:ext cx="5977669" cy="2752993"/>
          </a:xfrm>
          <a:prstGeom prst="roundRect">
            <a:avLst>
              <a:gd name="adj" fmla="val 8170"/>
            </a:avLst>
          </a:prstGeom>
          <a:solidFill>
            <a:srgbClr val="74ADFA">
              <a:alpha val="10000"/>
            </a:srgbClr>
          </a:solidFill>
          <a:ln w="15875">
            <a:solidFill>
              <a:srgbClr val="74ADFA"/>
            </a:solidFill>
          </a:ln>
        </p:spPr>
        <p:style>
          <a:lnRef idx="2">
            <a:schemeClr val="accent6"/>
          </a:lnRef>
          <a:fillRef idx="1">
            <a:schemeClr val="lt1"/>
          </a:fillRef>
          <a:effectRef idx="0">
            <a:schemeClr val="accent6"/>
          </a:effectRef>
          <a:fontRef idx="minor">
            <a:schemeClr val="dk1"/>
          </a:fontRef>
        </p:style>
        <p:txBody>
          <a:bodyPr lIns="504000" rtlCol="0" anchor="ctr"/>
          <a:lstStyle/>
          <a:p>
            <a:pPr algn="r"/>
            <a:r>
              <a:rPr lang="es-AR" sz="2800" b="1" i="1" dirty="0">
                <a:latin typeface="Segoe UI" panose="020B0502040204020203" pitchFamily="34" charset="0"/>
                <a:cs typeface="Segoe UI" panose="020B0502040204020203" pitchFamily="34" charset="0"/>
              </a:rPr>
              <a:t>DIMENSION </a:t>
            </a:r>
          </a:p>
          <a:p>
            <a:pPr algn="r"/>
            <a:r>
              <a:rPr lang="es-AR" sz="2800" b="1" i="1" dirty="0">
                <a:latin typeface="Segoe UI" panose="020B0502040204020203" pitchFamily="34" charset="0"/>
                <a:cs typeface="Segoe UI" panose="020B0502040204020203" pitchFamily="34" charset="0"/>
              </a:rPr>
              <a:t>TABLES</a:t>
            </a:r>
            <a:endParaRPr lang="en-US" sz="2800" b="1" i="1" dirty="0">
              <a:latin typeface="Segoe UI" panose="020B0502040204020203" pitchFamily="34" charset="0"/>
              <a:cs typeface="Segoe UI" panose="020B0502040204020203" pitchFamily="34" charset="0"/>
            </a:endParaRPr>
          </a:p>
        </p:txBody>
      </p:sp>
      <p:pic>
        <p:nvPicPr>
          <p:cNvPr id="12" name="Picture 16">
            <a:extLst>
              <a:ext uri="{FF2B5EF4-FFF2-40B4-BE49-F238E27FC236}">
                <a16:creationId xmlns:a16="http://schemas.microsoft.com/office/drawing/2014/main" id="{ACA8F1DE-16FD-9E1B-1E5C-A0300DEF28F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481168" y="6855278"/>
            <a:ext cx="595328" cy="595328"/>
          </a:xfrm>
          <a:prstGeom prst="rect">
            <a:avLst/>
          </a:prstGeom>
          <a:noFill/>
          <a:extLst>
            <a:ext uri="{909E8E84-426E-40DD-AFC4-6F175D3DCCD1}">
              <a14:hiddenFill xmlns:a14="http://schemas.microsoft.com/office/drawing/2010/main">
                <a:solidFill>
                  <a:srgbClr val="FFFFFF"/>
                </a:solidFill>
              </a14:hiddenFill>
            </a:ext>
          </a:extLst>
        </p:spPr>
      </p:pic>
      <p:pic>
        <p:nvPicPr>
          <p:cNvPr id="15" name="Imagen 14">
            <a:extLst>
              <a:ext uri="{FF2B5EF4-FFF2-40B4-BE49-F238E27FC236}">
                <a16:creationId xmlns:a16="http://schemas.microsoft.com/office/drawing/2014/main" id="{41625088-1844-DA47-82C4-9DD92502A6DD}"/>
              </a:ext>
            </a:extLst>
          </p:cNvPr>
          <p:cNvPicPr>
            <a:picLocks noChangeAspect="1"/>
          </p:cNvPicPr>
          <p:nvPr/>
        </p:nvPicPr>
        <p:blipFill>
          <a:blip r:embed="rId10"/>
          <a:stretch>
            <a:fillRect/>
          </a:stretch>
        </p:blipFill>
        <p:spPr>
          <a:xfrm>
            <a:off x="18961597" y="3432364"/>
            <a:ext cx="3241515" cy="4020484"/>
          </a:xfrm>
          <a:prstGeom prst="rect">
            <a:avLst/>
          </a:prstGeom>
        </p:spPr>
      </p:pic>
    </p:spTree>
    <p:extLst>
      <p:ext uri="{BB962C8B-B14F-4D97-AF65-F5344CB8AC3E}">
        <p14:creationId xmlns:p14="http://schemas.microsoft.com/office/powerpoint/2010/main" val="2183089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500"/>
                                        <p:tgtEl>
                                          <p:spTgt spid="4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fade">
                                      <p:cBhvr>
                                        <p:cTn id="16" dur="500"/>
                                        <p:tgtEl>
                                          <p:spTgt spid="4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fade">
                                      <p:cBhvr>
                                        <p:cTn id="31" dur="500"/>
                                        <p:tgtEl>
                                          <p:spTgt spid="40"/>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fade">
                                      <p:cBhvr>
                                        <p:cTn id="37" dur="500"/>
                                        <p:tgtEl>
                                          <p:spTgt spid="4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2"/>
                                        </p:tgtEl>
                                        <p:attrNameLst>
                                          <p:attrName>style.visibility</p:attrName>
                                        </p:attrNameLst>
                                      </p:cBhvr>
                                      <p:to>
                                        <p:strVal val="visible"/>
                                      </p:to>
                                    </p:set>
                                    <p:animEffect transition="in" filter="fade">
                                      <p:cBhvr>
                                        <p:cTn id="40" dur="500"/>
                                        <p:tgtEl>
                                          <p:spTgt spid="42"/>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6"/>
                                        </p:tgtEl>
                                        <p:attrNameLst>
                                          <p:attrName>style.visibility</p:attrName>
                                        </p:attrNameLst>
                                      </p:cBhvr>
                                      <p:to>
                                        <p:strVal val="visible"/>
                                      </p:to>
                                    </p:set>
                                    <p:animEffect transition="in" filter="fade">
                                      <p:cBhvr>
                                        <p:cTn id="45" dur="500"/>
                                        <p:tgtEl>
                                          <p:spTgt spid="4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fade">
                                      <p:cBhvr>
                                        <p:cTn id="48" dur="500"/>
                                        <p:tgtEl>
                                          <p:spTgt spid="47"/>
                                        </p:tgtEl>
                                      </p:cBhvr>
                                    </p:animEffect>
                                  </p:childTnLst>
                                </p:cTn>
                              </p:par>
                              <p:par>
                                <p:cTn id="49" presetID="10" presetClass="entr" presetSubtype="0" fill="hold" nodeType="with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fade">
                                      <p:cBhvr>
                                        <p:cTn id="51" dur="500"/>
                                        <p:tgtEl>
                                          <p:spTgt spid="3"/>
                                        </p:tgtEl>
                                      </p:cBhvr>
                                    </p:animEffect>
                                  </p:childTnLst>
                                </p:cTn>
                              </p:par>
                              <p:par>
                                <p:cTn id="52" presetID="10" presetClass="entr" presetSubtype="0" fill="hold" nodeType="withEffect">
                                  <p:stCondLst>
                                    <p:cond delay="0"/>
                                  </p:stCondLst>
                                  <p:childTnLst>
                                    <p:set>
                                      <p:cBhvr>
                                        <p:cTn id="53" dur="1" fill="hold">
                                          <p:stCondLst>
                                            <p:cond delay="0"/>
                                          </p:stCondLst>
                                        </p:cTn>
                                        <p:tgtEl>
                                          <p:spTgt spid="7"/>
                                        </p:tgtEl>
                                        <p:attrNameLst>
                                          <p:attrName>style.visibility</p:attrName>
                                        </p:attrNameLst>
                                      </p:cBhvr>
                                      <p:to>
                                        <p:strVal val="visible"/>
                                      </p:to>
                                    </p:set>
                                    <p:animEffect transition="in" filter="fade">
                                      <p:cBhvr>
                                        <p:cTn id="54" dur="500"/>
                                        <p:tgtEl>
                                          <p:spTgt spid="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fade">
                                      <p:cBhvr>
                                        <p:cTn id="5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animBg="1"/>
      <p:bldP spid="42" grpId="0" animBg="1"/>
      <p:bldP spid="43" grpId="0" animBg="1"/>
      <p:bldP spid="44" grpId="0" animBg="1"/>
      <p:bldP spid="45" grpId="0" animBg="1"/>
      <p:bldP spid="46" grpId="0" animBg="1"/>
      <p:bldP spid="47" grpId="0"/>
      <p:bldP spid="9"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17FC8-4C8B-158F-E035-D9CC36F8980D}"/>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B0DD3232-A3A0-B8E1-D55D-26C52D3C7CAE}"/>
              </a:ext>
            </a:extLst>
          </p:cNvPr>
          <p:cNvSpPr/>
          <p:nvPr/>
        </p:nvSpPr>
        <p:spPr>
          <a:xfrm>
            <a:off x="-1" y="-32657"/>
            <a:ext cx="24382413" cy="276445"/>
          </a:xfrm>
          <a:prstGeom prst="rect">
            <a:avLst/>
          </a:prstGeom>
          <a:solidFill>
            <a:srgbClr val="83E2F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sp>
        <p:nvSpPr>
          <p:cNvPr id="4" name="Rectangle 6">
            <a:extLst>
              <a:ext uri="{FF2B5EF4-FFF2-40B4-BE49-F238E27FC236}">
                <a16:creationId xmlns:a16="http://schemas.microsoft.com/office/drawing/2014/main" id="{C3388285-44D1-0D25-1580-E9036B77923B}"/>
              </a:ext>
            </a:extLst>
          </p:cNvPr>
          <p:cNvSpPr/>
          <p:nvPr/>
        </p:nvSpPr>
        <p:spPr>
          <a:xfrm>
            <a:off x="0" y="12310231"/>
            <a:ext cx="24382413" cy="1405770"/>
          </a:xfrm>
          <a:prstGeom prst="rect">
            <a:avLst/>
          </a:prstGeom>
          <a:solidFill>
            <a:srgbClr val="74ADF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pic>
        <p:nvPicPr>
          <p:cNvPr id="5" name="Imagen 4" descr="Icono  El contenido generado por IA puede ser incorrecto.">
            <a:extLst>
              <a:ext uri="{FF2B5EF4-FFF2-40B4-BE49-F238E27FC236}">
                <a16:creationId xmlns:a16="http://schemas.microsoft.com/office/drawing/2014/main" id="{781421E0-9E1A-8CCC-B0D7-4257CA0A323F}"/>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3149564" y="12427151"/>
            <a:ext cx="979800" cy="979800"/>
          </a:xfrm>
          <a:prstGeom prst="rect">
            <a:avLst/>
          </a:prstGeom>
        </p:spPr>
      </p:pic>
      <p:sp>
        <p:nvSpPr>
          <p:cNvPr id="6" name="Title 3">
            <a:extLst>
              <a:ext uri="{FF2B5EF4-FFF2-40B4-BE49-F238E27FC236}">
                <a16:creationId xmlns:a16="http://schemas.microsoft.com/office/drawing/2014/main" id="{1B2A39B3-C51A-2597-1F0B-531AD71A249A}"/>
              </a:ext>
            </a:extLst>
          </p:cNvPr>
          <p:cNvSpPr txBox="1">
            <a:spLocks/>
          </p:cNvSpPr>
          <p:nvPr/>
        </p:nvSpPr>
        <p:spPr>
          <a:xfrm>
            <a:off x="459552" y="12503351"/>
            <a:ext cx="19047648" cy="1292659"/>
          </a:xfrm>
          <a:prstGeom prst="rect">
            <a:avLst/>
          </a:prstGeom>
        </p:spPr>
        <p:txBody>
          <a:bodyPr/>
          <a:lstStyle>
            <a:lvl1pPr algn="l" defTabSz="1828709" rtl="0" eaLnBrk="1" latinLnBrk="0" hangingPunct="1">
              <a:lnSpc>
                <a:spcPct val="97000"/>
              </a:lnSpc>
              <a:spcBef>
                <a:spcPct val="0"/>
              </a:spcBef>
              <a:buNone/>
              <a:defRPr sz="4800" b="0" i="0" kern="1200" cap="all" spc="-50" baseline="0">
                <a:solidFill>
                  <a:schemeClr val="tx1"/>
                </a:solidFill>
                <a:latin typeface="+mj-lt"/>
                <a:ea typeface="+mj-ea"/>
                <a:cs typeface="Toyota Type" panose="020B0502020202020204" pitchFamily="34" charset="0"/>
              </a:defRPr>
            </a:lvl1pPr>
          </a:lstStyle>
          <a:p>
            <a:r>
              <a:rPr lang="en-GB" spc="600" dirty="0">
                <a:solidFill>
                  <a:srgbClr val="FFFFFF"/>
                </a:solidFill>
                <a:latin typeface="Segoe UI Variable Small Semibol" pitchFamily="2" charset="0"/>
                <a:ea typeface="Segoe UI Emoji" panose="020B0502040204020203" pitchFamily="34" charset="0"/>
                <a:cs typeface="Toyota Type Semibold" panose="020B0702020202020204" pitchFamily="34" charset="0"/>
              </a:rPr>
              <a:t>|| 5. DASHBOARD &amp; KEY INDICATORs</a:t>
            </a:r>
          </a:p>
        </p:txBody>
      </p:sp>
      <p:sp>
        <p:nvSpPr>
          <p:cNvPr id="8" name="Rectángulo: esquinas diagonales redondeadas 7">
            <a:extLst>
              <a:ext uri="{FF2B5EF4-FFF2-40B4-BE49-F238E27FC236}">
                <a16:creationId xmlns:a16="http://schemas.microsoft.com/office/drawing/2014/main" id="{656B06E1-AB83-56D0-C923-F88BDA4BF515}"/>
              </a:ext>
            </a:extLst>
          </p:cNvPr>
          <p:cNvSpPr>
            <a:spLocks noGrp="1" noRot="1" noMove="1" noResize="1" noEditPoints="1" noAdjustHandles="1" noChangeArrowheads="1" noChangeShapeType="1"/>
          </p:cNvSpPr>
          <p:nvPr/>
        </p:nvSpPr>
        <p:spPr>
          <a:xfrm>
            <a:off x="1332150" y="723900"/>
            <a:ext cx="21865591" cy="11143931"/>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 name="Grupo 53">
            <a:extLst>
              <a:ext uri="{FF2B5EF4-FFF2-40B4-BE49-F238E27FC236}">
                <a16:creationId xmlns:a16="http://schemas.microsoft.com/office/drawing/2014/main" id="{787B9707-0F04-2490-509C-3E5FD4867E80}"/>
              </a:ext>
            </a:extLst>
          </p:cNvPr>
          <p:cNvGrpSpPr/>
          <p:nvPr/>
        </p:nvGrpSpPr>
        <p:grpSpPr>
          <a:xfrm>
            <a:off x="9983376" y="7680419"/>
            <a:ext cx="12984449" cy="3167139"/>
            <a:chOff x="9983376" y="7821704"/>
            <a:chExt cx="12984449" cy="3167139"/>
          </a:xfrm>
        </p:grpSpPr>
        <p:sp>
          <p:nvSpPr>
            <p:cNvPr id="40" name="Rectángulo 39">
              <a:extLst>
                <a:ext uri="{FF2B5EF4-FFF2-40B4-BE49-F238E27FC236}">
                  <a16:creationId xmlns:a16="http://schemas.microsoft.com/office/drawing/2014/main" id="{E4690E65-09FD-1AB2-3F3D-5F8246CA0BEC}"/>
                </a:ext>
              </a:extLst>
            </p:cNvPr>
            <p:cNvSpPr/>
            <p:nvPr/>
          </p:nvSpPr>
          <p:spPr>
            <a:xfrm>
              <a:off x="12690851" y="8804092"/>
              <a:ext cx="9697742" cy="2184751"/>
            </a:xfrm>
            <a:prstGeom prst="rect">
              <a:avLst/>
            </a:prstGeom>
            <a:solidFill>
              <a:schemeClr val="tx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2000" dirty="0"/>
            </a:p>
            <a:p>
              <a:pPr algn="ctr"/>
              <a:endParaRPr lang="es-AR" dirty="0"/>
            </a:p>
          </p:txBody>
        </p:sp>
        <p:grpSp>
          <p:nvGrpSpPr>
            <p:cNvPr id="53" name="Grupo 52">
              <a:extLst>
                <a:ext uri="{FF2B5EF4-FFF2-40B4-BE49-F238E27FC236}">
                  <a16:creationId xmlns:a16="http://schemas.microsoft.com/office/drawing/2014/main" id="{48EB4DCE-F76A-A53E-D04E-BC067A0E5F33}"/>
                </a:ext>
              </a:extLst>
            </p:cNvPr>
            <p:cNvGrpSpPr/>
            <p:nvPr/>
          </p:nvGrpSpPr>
          <p:grpSpPr>
            <a:xfrm>
              <a:off x="9983376" y="7821704"/>
              <a:ext cx="12984449" cy="3167139"/>
              <a:chOff x="9983376" y="7821704"/>
              <a:chExt cx="12984449" cy="3167139"/>
            </a:xfrm>
          </p:grpSpPr>
          <p:cxnSp>
            <p:nvCxnSpPr>
              <p:cNvPr id="26" name="Conector: angular 25">
                <a:extLst>
                  <a:ext uri="{FF2B5EF4-FFF2-40B4-BE49-F238E27FC236}">
                    <a16:creationId xmlns:a16="http://schemas.microsoft.com/office/drawing/2014/main" id="{6C2C2C5F-A680-B208-522F-5895830916E8}"/>
                  </a:ext>
                </a:extLst>
              </p:cNvPr>
              <p:cNvCxnSpPr>
                <a:cxnSpLocks/>
              </p:cNvCxnSpPr>
              <p:nvPr/>
            </p:nvCxnSpPr>
            <p:spPr>
              <a:xfrm flipV="1">
                <a:off x="10301395" y="8274271"/>
                <a:ext cx="2102637" cy="611305"/>
              </a:xfrm>
              <a:prstGeom prst="bentConnector3">
                <a:avLst/>
              </a:prstGeom>
              <a:ln w="57150">
                <a:solidFill>
                  <a:schemeClr val="tx1">
                    <a:lumMod val="65000"/>
                    <a:lumOff val="35000"/>
                  </a:schemeClr>
                </a:solidFill>
                <a:prstDash val="dash"/>
                <a:tailEnd type="triangle"/>
              </a:ln>
            </p:spPr>
            <p:style>
              <a:lnRef idx="1">
                <a:schemeClr val="dk1"/>
              </a:lnRef>
              <a:fillRef idx="0">
                <a:schemeClr val="dk1"/>
              </a:fillRef>
              <a:effectRef idx="0">
                <a:schemeClr val="dk1"/>
              </a:effectRef>
              <a:fontRef idx="minor">
                <a:schemeClr val="tx1"/>
              </a:fontRef>
            </p:style>
          </p:cxnSp>
          <p:sp>
            <p:nvSpPr>
              <p:cNvPr id="28" name="CuadroTexto 27">
                <a:extLst>
                  <a:ext uri="{FF2B5EF4-FFF2-40B4-BE49-F238E27FC236}">
                    <a16:creationId xmlns:a16="http://schemas.microsoft.com/office/drawing/2014/main" id="{223A7AA8-3F7E-7CC6-4E4C-5E5C6451E91E}"/>
                  </a:ext>
                </a:extLst>
              </p:cNvPr>
              <p:cNvSpPr txBox="1"/>
              <p:nvPr/>
            </p:nvSpPr>
            <p:spPr>
              <a:xfrm>
                <a:off x="12606341" y="7821704"/>
                <a:ext cx="5951111" cy="830997"/>
              </a:xfrm>
              <a:prstGeom prst="rect">
                <a:avLst/>
              </a:prstGeom>
              <a:noFill/>
            </p:spPr>
            <p:txBody>
              <a:bodyPr wrap="square" rtlCol="0">
                <a:spAutoFit/>
              </a:bodyPr>
              <a:lstStyle/>
              <a:p>
                <a:r>
                  <a:rPr lang="es-AR" sz="4800" b="1" spc="600" dirty="0">
                    <a:solidFill>
                      <a:schemeClr val="tx2"/>
                    </a:solidFill>
                    <a:latin typeface="Segoe UI Variable Display Light" pitchFamily="2" charset="0"/>
                  </a:rPr>
                  <a:t>Performance (%)</a:t>
                </a:r>
                <a:endParaRPr lang="en-US" sz="4800" b="1" spc="600" dirty="0">
                  <a:solidFill>
                    <a:schemeClr val="tx2"/>
                  </a:solidFill>
                  <a:latin typeface="Segoe UI Variable Display Light" pitchFamily="2" charset="0"/>
                </a:endParaRPr>
              </a:p>
            </p:txBody>
          </p:sp>
          <p:sp>
            <p:nvSpPr>
              <p:cNvPr id="15" name="Elipse 14">
                <a:extLst>
                  <a:ext uri="{FF2B5EF4-FFF2-40B4-BE49-F238E27FC236}">
                    <a16:creationId xmlns:a16="http://schemas.microsoft.com/office/drawing/2014/main" id="{3E14A58E-98F3-3E7B-94C7-EC8178096311}"/>
                  </a:ext>
                </a:extLst>
              </p:cNvPr>
              <p:cNvSpPr/>
              <p:nvPr/>
            </p:nvSpPr>
            <p:spPr>
              <a:xfrm>
                <a:off x="9983376" y="8722519"/>
                <a:ext cx="313244" cy="276445"/>
              </a:xfrm>
              <a:prstGeom prst="ellipse">
                <a:avLst/>
              </a:prstGeom>
              <a:solidFill>
                <a:schemeClr val="tx1">
                  <a:lumMod val="65000"/>
                  <a:lumOff val="35000"/>
                </a:schemeClr>
              </a:solidFill>
              <a:ln>
                <a:solidFill>
                  <a:schemeClr val="tx1">
                    <a:lumMod val="65000"/>
                    <a:lumOff val="3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39" name="Grupo 38">
                <a:extLst>
                  <a:ext uri="{FF2B5EF4-FFF2-40B4-BE49-F238E27FC236}">
                    <a16:creationId xmlns:a16="http://schemas.microsoft.com/office/drawing/2014/main" id="{39FB1183-D7D1-DC89-044C-70D39828C0C5}"/>
                  </a:ext>
                </a:extLst>
              </p:cNvPr>
              <p:cNvGrpSpPr/>
              <p:nvPr/>
            </p:nvGrpSpPr>
            <p:grpSpPr>
              <a:xfrm>
                <a:off x="19521350" y="8949744"/>
                <a:ext cx="3446475" cy="1862636"/>
                <a:chOff x="1429785" y="4880877"/>
                <a:chExt cx="3446475" cy="1862636"/>
              </a:xfrm>
            </p:grpSpPr>
            <p:sp>
              <p:nvSpPr>
                <p:cNvPr id="37" name="Rectángulo 36">
                  <a:extLst>
                    <a:ext uri="{FF2B5EF4-FFF2-40B4-BE49-F238E27FC236}">
                      <a16:creationId xmlns:a16="http://schemas.microsoft.com/office/drawing/2014/main" id="{944F934E-56FD-7A37-6AE8-E66DBD2ED531}"/>
                    </a:ext>
                  </a:extLst>
                </p:cNvPr>
                <p:cNvSpPr/>
                <p:nvPr/>
              </p:nvSpPr>
              <p:spPr>
                <a:xfrm>
                  <a:off x="1655883" y="4880877"/>
                  <a:ext cx="2482877" cy="186263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4" name="Imagen 33" descr="Icono  El contenido generado por IA puede ser incorrecto.">
                  <a:extLst>
                    <a:ext uri="{FF2B5EF4-FFF2-40B4-BE49-F238E27FC236}">
                      <a16:creationId xmlns:a16="http://schemas.microsoft.com/office/drawing/2014/main" id="{EDA15BB8-77FC-2F79-E392-9803AF7E9814}"/>
                    </a:ext>
                  </a:extLst>
                </p:cNvPr>
                <p:cNvPicPr>
                  <a:picLocks noChangeAspect="1"/>
                </p:cNvPicPr>
                <p:nvPr/>
              </p:nvPicPr>
              <p:blipFill>
                <a:blip r:embed="rId4"/>
                <a:stretch>
                  <a:fillRect/>
                </a:stretch>
              </p:blipFill>
              <p:spPr>
                <a:xfrm>
                  <a:off x="1429785" y="5141754"/>
                  <a:ext cx="1409786" cy="1409786"/>
                </a:xfrm>
                <a:prstGeom prst="rect">
                  <a:avLst/>
                </a:prstGeom>
              </p:spPr>
            </p:pic>
            <p:sp>
              <p:nvSpPr>
                <p:cNvPr id="38" name="Text Placeholder 4">
                  <a:extLst>
                    <a:ext uri="{FF2B5EF4-FFF2-40B4-BE49-F238E27FC236}">
                      <a16:creationId xmlns:a16="http://schemas.microsoft.com/office/drawing/2014/main" id="{12DD9BB8-1AC9-5060-48C6-20CEF03E5D14}"/>
                    </a:ext>
                  </a:extLst>
                </p:cNvPr>
                <p:cNvSpPr txBox="1">
                  <a:spLocks/>
                </p:cNvSpPr>
                <p:nvPr/>
              </p:nvSpPr>
              <p:spPr>
                <a:xfrm>
                  <a:off x="2576437" y="5120637"/>
                  <a:ext cx="2299823" cy="1430903"/>
                </a:xfrm>
                <a:prstGeom prst="rect">
                  <a:avLst/>
                </a:prstGeom>
              </p:spPr>
              <p:txBody>
                <a:bodyPr vert="horz" lIns="91440" tIns="45720" rIns="91440" bIns="45720" rtlCol="0">
                  <a:normAutofit lnSpcReduction="10000"/>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lnSpc>
                      <a:spcPct val="120000"/>
                    </a:lnSpc>
                    <a:spcBef>
                      <a:spcPts val="500"/>
                    </a:spcBef>
                  </a:pPr>
                  <a:r>
                    <a:rPr lang="es-ES" sz="2400" i="1" dirty="0">
                      <a:solidFill>
                        <a:schemeClr val="tx1">
                          <a:lumMod val="95000"/>
                          <a:lumOff val="5000"/>
                        </a:schemeClr>
                      </a:solidFill>
                      <a:latin typeface="Segoe UI" panose="020B0502040204020203" pitchFamily="34" charset="0"/>
                      <a:ea typeface="Segoe UI Emoji" panose="020B0502040204020203" pitchFamily="34" charset="0"/>
                      <a:cs typeface="Segoe UI" panose="020B0502040204020203" pitchFamily="34" charset="0"/>
                    </a:rPr>
                    <a:t>&lt; 60%</a:t>
                  </a:r>
                  <a:endParaRPr lang="en-US" sz="2400" i="1" dirty="0">
                    <a:solidFill>
                      <a:schemeClr val="tx1">
                        <a:lumMod val="95000"/>
                        <a:lumOff val="5000"/>
                      </a:schemeClr>
                    </a:solidFill>
                    <a:latin typeface="Segoe UI" panose="020B0502040204020203" pitchFamily="34" charset="0"/>
                    <a:ea typeface="Segoe UI Emoji" panose="020B0502040204020203" pitchFamily="34" charset="0"/>
                    <a:cs typeface="Segoe UI" panose="020B0502040204020203" pitchFamily="34" charset="0"/>
                  </a:endParaRPr>
                </a:p>
                <a:p>
                  <a:pPr>
                    <a:lnSpc>
                      <a:spcPct val="120000"/>
                    </a:lnSpc>
                    <a:spcBef>
                      <a:spcPts val="500"/>
                    </a:spcBef>
                  </a:pPr>
                  <a:r>
                    <a:rPr lang="es-ES" sz="2400" i="1" dirty="0">
                      <a:solidFill>
                        <a:schemeClr val="tx1">
                          <a:lumMod val="95000"/>
                          <a:lumOff val="5000"/>
                        </a:schemeClr>
                      </a:solidFill>
                      <a:latin typeface="Segoe UI" panose="020B0502040204020203" pitchFamily="34" charset="0"/>
                      <a:ea typeface="Segoe UI Emoji" panose="020B0502040204020203" pitchFamily="34" charset="0"/>
                      <a:cs typeface="Segoe UI" panose="020B0502040204020203" pitchFamily="34" charset="0"/>
                    </a:rPr>
                    <a:t>80-60%</a:t>
                  </a:r>
                </a:p>
                <a:p>
                  <a:pPr>
                    <a:lnSpc>
                      <a:spcPct val="120000"/>
                    </a:lnSpc>
                    <a:spcBef>
                      <a:spcPts val="500"/>
                    </a:spcBef>
                  </a:pPr>
                  <a:r>
                    <a:rPr lang="es-ES" sz="2400" dirty="0">
                      <a:solidFill>
                        <a:schemeClr val="tx1">
                          <a:lumMod val="95000"/>
                          <a:lumOff val="5000"/>
                        </a:schemeClr>
                      </a:solidFill>
                      <a:latin typeface="Segoe UI" panose="020B0502040204020203" pitchFamily="34" charset="0"/>
                      <a:cs typeface="Segoe UI" panose="020B0502040204020203" pitchFamily="34" charset="0"/>
                    </a:rPr>
                    <a:t>80-100%.</a:t>
                  </a:r>
                </a:p>
              </p:txBody>
            </p:sp>
          </p:grpSp>
          <mc:AlternateContent xmlns:mc="http://schemas.openxmlformats.org/markup-compatibility/2006" xmlns:a14="http://schemas.microsoft.com/office/drawing/2010/main">
            <mc:Choice Requires="a14">
              <p:sp>
                <p:nvSpPr>
                  <p:cNvPr id="32" name="Rectángulo 31">
                    <a:extLst>
                      <a:ext uri="{FF2B5EF4-FFF2-40B4-BE49-F238E27FC236}">
                        <a16:creationId xmlns:a16="http://schemas.microsoft.com/office/drawing/2014/main" id="{8C8F38CD-3097-E493-4377-CF5DCAA39821}"/>
                      </a:ext>
                    </a:extLst>
                  </p:cNvPr>
                  <p:cNvSpPr/>
                  <p:nvPr/>
                </p:nvSpPr>
                <p:spPr>
                  <a:xfrm>
                    <a:off x="12821478" y="8813286"/>
                    <a:ext cx="6906944" cy="2175557"/>
                  </a:xfrm>
                  <a:prstGeom prst="rect">
                    <a:avLst/>
                  </a:prstGeom>
                  <a:solidFill>
                    <a:schemeClr val="tx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AR" sz="2400" dirty="0"/>
                      <a:t>Main Metric. Combines the two above.</a:t>
                    </a:r>
                  </a:p>
                  <a:p>
                    <a:pPr algn="ctr"/>
                    <a:endParaRPr lang="es-AR" dirty="0"/>
                  </a:p>
                  <a:p>
                    <a:pPr algn="ct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𝑃𝑒𝑟𝑓𝑜𝑟𝑚𝑎𝑛𝑐𝑒</m:t>
                          </m:r>
                          <m:r>
                            <a:rPr lang="en-US" sz="2000" i="1">
                              <a:latin typeface="Cambria Math" panose="02040503050406030204" pitchFamily="18" charset="0"/>
                            </a:rPr>
                            <m:t> = 0.65 · </m:t>
                          </m:r>
                          <m:r>
                            <a:rPr lang="en-US" sz="2000" i="1">
                              <a:latin typeface="Cambria Math" panose="02040503050406030204" pitchFamily="18" charset="0"/>
                            </a:rPr>
                            <m:t>𝐷</m:t>
                          </m:r>
                          <m:r>
                            <a:rPr lang="en-US" sz="2000" i="1">
                              <a:latin typeface="Cambria Math" panose="02040503050406030204" pitchFamily="18" charset="0"/>
                            </a:rPr>
                            <m:t> + 0.30 · </m:t>
                          </m:r>
                          <m:r>
                            <a:rPr lang="en-US" sz="2000" i="1">
                              <a:latin typeface="Cambria Math" panose="02040503050406030204" pitchFamily="18" charset="0"/>
                            </a:rPr>
                            <m:t>𝐹</m:t>
                          </m:r>
                          <m:r>
                            <a:rPr lang="en-US" sz="2000" i="1">
                              <a:latin typeface="Cambria Math" panose="02040503050406030204" pitchFamily="18" charset="0"/>
                            </a:rPr>
                            <m:t> + 0.05 · </m:t>
                          </m:r>
                          <m:r>
                            <a:rPr lang="en-US" sz="2000" i="1">
                              <a:latin typeface="Cambria Math" panose="02040503050406030204" pitchFamily="18" charset="0"/>
                            </a:rPr>
                            <m:t>𝑃</m:t>
                          </m:r>
                        </m:oMath>
                      </m:oMathPara>
                    </a14:m>
                    <a:endParaRPr lang="es-AR" dirty="0"/>
                  </a:p>
                </p:txBody>
              </p:sp>
            </mc:Choice>
            <mc:Fallback xmlns="">
              <p:sp>
                <p:nvSpPr>
                  <p:cNvPr id="32" name="Rectángulo 31">
                    <a:extLst>
                      <a:ext uri="{FF2B5EF4-FFF2-40B4-BE49-F238E27FC236}">
                        <a16:creationId xmlns:a16="http://schemas.microsoft.com/office/drawing/2014/main" id="{8C8F38CD-3097-E493-4377-CF5DCAA39821}"/>
                      </a:ext>
                    </a:extLst>
                  </p:cNvPr>
                  <p:cNvSpPr>
                    <a:spLocks noRot="1" noChangeAspect="1" noMove="1" noResize="1" noEditPoints="1" noAdjustHandles="1" noChangeArrowheads="1" noChangeShapeType="1" noTextEdit="1"/>
                  </p:cNvSpPr>
                  <p:nvPr/>
                </p:nvSpPr>
                <p:spPr>
                  <a:xfrm>
                    <a:off x="12821478" y="8813286"/>
                    <a:ext cx="6906944" cy="2175557"/>
                  </a:xfrm>
                  <a:prstGeom prst="rect">
                    <a:avLst/>
                  </a:prstGeom>
                  <a:blipFill>
                    <a:blip r:embed="rId5"/>
                    <a:stretch>
                      <a:fillRect/>
                    </a:stretch>
                  </a:blipFill>
                  <a:ln>
                    <a:noFill/>
                  </a:ln>
                </p:spPr>
                <p:txBody>
                  <a:bodyPr/>
                  <a:lstStyle/>
                  <a:p>
                    <a:r>
                      <a:rPr lang="en-US">
                        <a:noFill/>
                      </a:rPr>
                      <a:t> </a:t>
                    </a:r>
                  </a:p>
                </p:txBody>
              </p:sp>
            </mc:Fallback>
          </mc:AlternateContent>
          <p:grpSp>
            <p:nvGrpSpPr>
              <p:cNvPr id="48" name="Grupo 47">
                <a:extLst>
                  <a:ext uri="{FF2B5EF4-FFF2-40B4-BE49-F238E27FC236}">
                    <a16:creationId xmlns:a16="http://schemas.microsoft.com/office/drawing/2014/main" id="{F0ED6E9F-5E15-A5F5-6BC6-21C78A0A7E17}"/>
                  </a:ext>
                </a:extLst>
              </p:cNvPr>
              <p:cNvGrpSpPr/>
              <p:nvPr/>
            </p:nvGrpSpPr>
            <p:grpSpPr>
              <a:xfrm>
                <a:off x="21502488" y="8009431"/>
                <a:ext cx="1323246" cy="1226812"/>
                <a:chOff x="20677378" y="1415283"/>
                <a:chExt cx="1323246" cy="1226812"/>
              </a:xfrm>
            </p:grpSpPr>
            <p:sp>
              <p:nvSpPr>
                <p:cNvPr id="49" name="Elipse 48">
                  <a:extLst>
                    <a:ext uri="{FF2B5EF4-FFF2-40B4-BE49-F238E27FC236}">
                      <a16:creationId xmlns:a16="http://schemas.microsoft.com/office/drawing/2014/main" id="{52F1C33B-ED2F-66C0-B1F9-4B318C1F2D91}"/>
                    </a:ext>
                  </a:extLst>
                </p:cNvPr>
                <p:cNvSpPr/>
                <p:nvPr/>
              </p:nvSpPr>
              <p:spPr>
                <a:xfrm>
                  <a:off x="20677378" y="1415283"/>
                  <a:ext cx="1323246" cy="1226812"/>
                </a:xfrm>
                <a:prstGeom prst="ellipse">
                  <a:avLst/>
                </a:prstGeom>
                <a:solidFill>
                  <a:srgbClr val="9EF22E"/>
                </a:solidFill>
                <a:ln w="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50" name="CuadroTexto 49">
                  <a:extLst>
                    <a:ext uri="{FF2B5EF4-FFF2-40B4-BE49-F238E27FC236}">
                      <a16:creationId xmlns:a16="http://schemas.microsoft.com/office/drawing/2014/main" id="{32EE0E90-9160-0AE1-BEA4-06B81BD4F966}"/>
                    </a:ext>
                  </a:extLst>
                </p:cNvPr>
                <p:cNvSpPr txBox="1"/>
                <p:nvPr/>
              </p:nvSpPr>
              <p:spPr>
                <a:xfrm>
                  <a:off x="20762441" y="1717374"/>
                  <a:ext cx="1195891" cy="846386"/>
                </a:xfrm>
                <a:prstGeom prst="rect">
                  <a:avLst/>
                </a:prstGeom>
                <a:noFill/>
              </p:spPr>
              <p:txBody>
                <a:bodyPr wrap="square" rtlCol="0">
                  <a:spAutoFit/>
                </a:bodyPr>
                <a:lstStyle/>
                <a:p>
                  <a:pPr algn="ctr"/>
                  <a:r>
                    <a:rPr lang="es-AR" b="1" dirty="0">
                      <a:solidFill>
                        <a:schemeClr val="tx1">
                          <a:lumMod val="85000"/>
                          <a:lumOff val="15000"/>
                        </a:schemeClr>
                      </a:solidFill>
                      <a:latin typeface="Segoe UI" panose="020B0502040204020203" pitchFamily="34" charset="0"/>
                      <a:cs typeface="Segoe UI" panose="020B0502040204020203" pitchFamily="34" charset="0"/>
                    </a:rPr>
                    <a:t>TARGET</a:t>
                  </a:r>
                </a:p>
                <a:p>
                  <a:pPr algn="ctr"/>
                  <a:r>
                    <a:rPr lang="es-AR" b="1" dirty="0">
                      <a:solidFill>
                        <a:schemeClr val="tx1">
                          <a:lumMod val="85000"/>
                          <a:lumOff val="15000"/>
                        </a:schemeClr>
                      </a:solidFill>
                      <a:latin typeface="Segoe UI" panose="020B0502040204020203" pitchFamily="34" charset="0"/>
                      <a:cs typeface="Segoe UI" panose="020B0502040204020203" pitchFamily="34" charset="0"/>
                    </a:rPr>
                    <a:t>80% </a:t>
                  </a:r>
                </a:p>
                <a:p>
                  <a:pPr algn="ctr"/>
                  <a:endParaRPr lang="es-AR" sz="1100" b="1" dirty="0">
                    <a:solidFill>
                      <a:schemeClr val="tx1">
                        <a:lumMod val="85000"/>
                        <a:lumOff val="15000"/>
                      </a:schemeClr>
                    </a:solidFill>
                    <a:latin typeface="Toyota Text" panose="020B0503040202020203" pitchFamily="34" charset="0"/>
                  </a:endParaRPr>
                </a:p>
                <a:p>
                  <a:pPr algn="ctr"/>
                  <a:endParaRPr lang="es-AR" sz="200" b="1" dirty="0">
                    <a:solidFill>
                      <a:srgbClr val="00B050"/>
                    </a:solidFill>
                    <a:latin typeface="Toyota Text" panose="020B0503040202020203" pitchFamily="34" charset="0"/>
                  </a:endParaRPr>
                </a:p>
              </p:txBody>
            </p:sp>
          </p:grpSp>
        </p:grpSp>
      </p:grpSp>
      <p:pic>
        <p:nvPicPr>
          <p:cNvPr id="17" name="Imagen 16">
            <a:extLst>
              <a:ext uri="{FF2B5EF4-FFF2-40B4-BE49-F238E27FC236}">
                <a16:creationId xmlns:a16="http://schemas.microsoft.com/office/drawing/2014/main" id="{579E1223-2A07-A9A6-1B7B-B23C938036B9}"/>
              </a:ext>
            </a:extLst>
          </p:cNvPr>
          <p:cNvPicPr>
            <a:picLocks noChangeAspect="1"/>
          </p:cNvPicPr>
          <p:nvPr/>
        </p:nvPicPr>
        <p:blipFill>
          <a:blip r:embed="rId6"/>
          <a:srcRect t="771"/>
          <a:stretch>
            <a:fillRect/>
          </a:stretch>
        </p:blipFill>
        <p:spPr>
          <a:xfrm>
            <a:off x="3320856" y="1555262"/>
            <a:ext cx="6975764" cy="3042958"/>
          </a:xfrm>
          <a:prstGeom prst="rect">
            <a:avLst/>
          </a:prstGeom>
          <a:ln>
            <a:solidFill>
              <a:schemeClr val="tx2">
                <a:lumMod val="60000"/>
                <a:lumOff val="40000"/>
              </a:schemeClr>
            </a:solidFill>
          </a:ln>
        </p:spPr>
      </p:pic>
      <p:pic>
        <p:nvPicPr>
          <p:cNvPr id="19" name="Imagen 18">
            <a:extLst>
              <a:ext uri="{FF2B5EF4-FFF2-40B4-BE49-F238E27FC236}">
                <a16:creationId xmlns:a16="http://schemas.microsoft.com/office/drawing/2014/main" id="{0DD8DCE2-0D3A-714E-7FFC-ACF13FE6BB75}"/>
              </a:ext>
            </a:extLst>
          </p:cNvPr>
          <p:cNvPicPr>
            <a:picLocks noChangeAspect="1"/>
          </p:cNvPicPr>
          <p:nvPr/>
        </p:nvPicPr>
        <p:blipFill>
          <a:blip r:embed="rId7"/>
          <a:srcRect l="1530" t="1115"/>
          <a:stretch>
            <a:fillRect/>
          </a:stretch>
        </p:blipFill>
        <p:spPr>
          <a:xfrm>
            <a:off x="3347658" y="5024554"/>
            <a:ext cx="6811646" cy="3007634"/>
          </a:xfrm>
          <a:prstGeom prst="rect">
            <a:avLst/>
          </a:prstGeom>
          <a:ln>
            <a:solidFill>
              <a:schemeClr val="tx2">
                <a:lumMod val="60000"/>
                <a:lumOff val="40000"/>
              </a:schemeClr>
            </a:solidFill>
          </a:ln>
        </p:spPr>
      </p:pic>
      <p:pic>
        <p:nvPicPr>
          <p:cNvPr id="22" name="Imagen 21">
            <a:extLst>
              <a:ext uri="{FF2B5EF4-FFF2-40B4-BE49-F238E27FC236}">
                <a16:creationId xmlns:a16="http://schemas.microsoft.com/office/drawing/2014/main" id="{2BBADE26-6626-F704-F8C0-33DE001B630D}"/>
              </a:ext>
            </a:extLst>
          </p:cNvPr>
          <p:cNvPicPr>
            <a:picLocks noChangeAspect="1"/>
          </p:cNvPicPr>
          <p:nvPr/>
        </p:nvPicPr>
        <p:blipFill>
          <a:blip r:embed="rId8"/>
          <a:srcRect l="1499" t="2435"/>
          <a:stretch>
            <a:fillRect/>
          </a:stretch>
        </p:blipFill>
        <p:spPr>
          <a:xfrm>
            <a:off x="3327227" y="8512300"/>
            <a:ext cx="6656188" cy="2896435"/>
          </a:xfrm>
          <a:prstGeom prst="rect">
            <a:avLst/>
          </a:prstGeom>
          <a:ln>
            <a:solidFill>
              <a:schemeClr val="tx2">
                <a:lumMod val="60000"/>
                <a:lumOff val="40000"/>
              </a:schemeClr>
            </a:solidFill>
          </a:ln>
        </p:spPr>
      </p:pic>
      <p:grpSp>
        <p:nvGrpSpPr>
          <p:cNvPr id="35" name="Grupo 34">
            <a:extLst>
              <a:ext uri="{FF2B5EF4-FFF2-40B4-BE49-F238E27FC236}">
                <a16:creationId xmlns:a16="http://schemas.microsoft.com/office/drawing/2014/main" id="{FD262797-CD69-AE44-4035-648F9F87C9CA}"/>
              </a:ext>
            </a:extLst>
          </p:cNvPr>
          <p:cNvGrpSpPr/>
          <p:nvPr/>
        </p:nvGrpSpPr>
        <p:grpSpPr>
          <a:xfrm>
            <a:off x="10127238" y="863926"/>
            <a:ext cx="11927218" cy="3132219"/>
            <a:chOff x="10127238" y="829420"/>
            <a:chExt cx="11927218" cy="3132219"/>
          </a:xfrm>
        </p:grpSpPr>
        <p:grpSp>
          <p:nvGrpSpPr>
            <p:cNvPr id="51" name="Grupo 50">
              <a:extLst>
                <a:ext uri="{FF2B5EF4-FFF2-40B4-BE49-F238E27FC236}">
                  <a16:creationId xmlns:a16="http://schemas.microsoft.com/office/drawing/2014/main" id="{080405FC-484F-E64A-B883-FFB604E7653C}"/>
                </a:ext>
              </a:extLst>
            </p:cNvPr>
            <p:cNvGrpSpPr/>
            <p:nvPr/>
          </p:nvGrpSpPr>
          <p:grpSpPr>
            <a:xfrm>
              <a:off x="10127238" y="829420"/>
              <a:ext cx="11927218" cy="3132219"/>
              <a:chOff x="10127238" y="927391"/>
              <a:chExt cx="11927218" cy="3132219"/>
            </a:xfrm>
          </p:grpSpPr>
          <p:sp>
            <p:nvSpPr>
              <p:cNvPr id="12" name="Elipse 11">
                <a:extLst>
                  <a:ext uri="{FF2B5EF4-FFF2-40B4-BE49-F238E27FC236}">
                    <a16:creationId xmlns:a16="http://schemas.microsoft.com/office/drawing/2014/main" id="{6DED9967-3613-8F64-561C-967382DF614C}"/>
                  </a:ext>
                </a:extLst>
              </p:cNvPr>
              <p:cNvSpPr/>
              <p:nvPr/>
            </p:nvSpPr>
            <p:spPr>
              <a:xfrm>
                <a:off x="10127238" y="1783869"/>
                <a:ext cx="313244" cy="276445"/>
              </a:xfrm>
              <a:prstGeom prst="ellipse">
                <a:avLst/>
              </a:prstGeom>
              <a:solidFill>
                <a:schemeClr val="tx1">
                  <a:lumMod val="65000"/>
                  <a:lumOff val="35000"/>
                </a:schemeClr>
              </a:solidFill>
              <a:ln>
                <a:solidFill>
                  <a:schemeClr val="tx1">
                    <a:lumMod val="65000"/>
                    <a:lumOff val="3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5" name="Conector: angular 24">
                <a:extLst>
                  <a:ext uri="{FF2B5EF4-FFF2-40B4-BE49-F238E27FC236}">
                    <a16:creationId xmlns:a16="http://schemas.microsoft.com/office/drawing/2014/main" id="{14693388-FA4E-944F-7345-3DDE7CCFFF86}"/>
                  </a:ext>
                </a:extLst>
              </p:cNvPr>
              <p:cNvCxnSpPr>
                <a:cxnSpLocks/>
              </p:cNvCxnSpPr>
              <p:nvPr/>
            </p:nvCxnSpPr>
            <p:spPr>
              <a:xfrm flipV="1">
                <a:off x="10284142" y="1323967"/>
                <a:ext cx="2102637" cy="611305"/>
              </a:xfrm>
              <a:prstGeom prst="bentConnector3">
                <a:avLst/>
              </a:prstGeom>
              <a:ln w="57150">
                <a:solidFill>
                  <a:schemeClr val="tx1">
                    <a:lumMod val="65000"/>
                    <a:lumOff val="35000"/>
                  </a:schemeClr>
                </a:solidFill>
                <a:prstDash val="dash"/>
                <a:tailEnd type="triangle"/>
              </a:ln>
            </p:spPr>
            <p:style>
              <a:lnRef idx="1">
                <a:schemeClr val="dk1"/>
              </a:lnRef>
              <a:fillRef idx="0">
                <a:schemeClr val="dk1"/>
              </a:fillRef>
              <a:effectRef idx="0">
                <a:schemeClr val="dk1"/>
              </a:effectRef>
              <a:fontRef idx="minor">
                <a:schemeClr val="tx1"/>
              </a:fontRef>
            </p:style>
          </p:cxnSp>
          <p:sp>
            <p:nvSpPr>
              <p:cNvPr id="27" name="CuadroTexto 26">
                <a:extLst>
                  <a:ext uri="{FF2B5EF4-FFF2-40B4-BE49-F238E27FC236}">
                    <a16:creationId xmlns:a16="http://schemas.microsoft.com/office/drawing/2014/main" id="{83DEB4A1-C390-EA31-19A4-8AD6316B58B5}"/>
                  </a:ext>
                </a:extLst>
              </p:cNvPr>
              <p:cNvSpPr txBox="1"/>
              <p:nvPr/>
            </p:nvSpPr>
            <p:spPr>
              <a:xfrm>
                <a:off x="12589088" y="927391"/>
                <a:ext cx="9465368" cy="830997"/>
              </a:xfrm>
              <a:prstGeom prst="rect">
                <a:avLst/>
              </a:prstGeom>
              <a:noFill/>
            </p:spPr>
            <p:txBody>
              <a:bodyPr wrap="square" rtlCol="0">
                <a:spAutoFit/>
              </a:bodyPr>
              <a:lstStyle/>
              <a:p>
                <a:r>
                  <a:rPr lang="es-AR" sz="4800" b="1" spc="600" dirty="0">
                    <a:solidFill>
                      <a:schemeClr val="tx2"/>
                    </a:solidFill>
                    <a:latin typeface="Segoe UI Variable Display Light" pitchFamily="2" charset="0"/>
                  </a:rPr>
                  <a:t>Capacity Factor (%)</a:t>
                </a:r>
                <a:endParaRPr lang="en-US" sz="4800" b="1" spc="600" dirty="0">
                  <a:solidFill>
                    <a:schemeClr val="tx2"/>
                  </a:solidFill>
                  <a:latin typeface="Segoe UI Variable Display Light" pitchFamily="2" charset="0"/>
                </a:endParaRPr>
              </a:p>
            </p:txBody>
          </p:sp>
          <mc:AlternateContent xmlns:mc="http://schemas.openxmlformats.org/markup-compatibility/2006" xmlns:a14="http://schemas.microsoft.com/office/drawing/2010/main">
            <mc:Choice Requires="a14">
              <p:sp>
                <p:nvSpPr>
                  <p:cNvPr id="30" name="Rectángulo 29">
                    <a:extLst>
                      <a:ext uri="{FF2B5EF4-FFF2-40B4-BE49-F238E27FC236}">
                        <a16:creationId xmlns:a16="http://schemas.microsoft.com/office/drawing/2014/main" id="{19CB5FB9-1E66-1183-3D51-C5EAF3022DB2}"/>
                      </a:ext>
                    </a:extLst>
                  </p:cNvPr>
                  <p:cNvSpPr/>
                  <p:nvPr/>
                </p:nvSpPr>
                <p:spPr>
                  <a:xfrm>
                    <a:off x="12642358" y="1884053"/>
                    <a:ext cx="8438148" cy="2175557"/>
                  </a:xfrm>
                  <a:prstGeom prst="rect">
                    <a:avLst/>
                  </a:prstGeom>
                  <a:solidFill>
                    <a:schemeClr val="tx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AR" sz="2400" dirty="0">
                        <a:latin typeface="Segoe UI" panose="020B0502040204020203" pitchFamily="34" charset="0"/>
                        <a:cs typeface="Segoe UI" panose="020B0502040204020203" pitchFamily="34" charset="0"/>
                      </a:rPr>
                      <a:t>Use of installed capacity.</a:t>
                    </a:r>
                  </a:p>
                  <a:p>
                    <a:pPr algn="ctr"/>
                    <a:endParaRPr lang="es-AR" dirty="0">
                      <a:latin typeface="Segoe UI" panose="020B0502040204020203" pitchFamily="34" charset="0"/>
                      <a:cs typeface="Segoe UI" panose="020B0502040204020203" pitchFamily="34" charset="0"/>
                    </a:endParaRPr>
                  </a:p>
                  <a:p>
                    <a:pPr algn="ctr"/>
                    <a:r>
                      <a:rPr lang="es-AR" sz="2000" dirty="0"/>
                      <a:t>CF </a:t>
                    </a:r>
                    <a14:m>
                      <m:oMath xmlns:m="http://schemas.openxmlformats.org/officeDocument/2006/math">
                        <m:r>
                          <a:rPr lang="es-AR" sz="2400">
                            <a:latin typeface="Cambria Math" panose="02040503050406030204" pitchFamily="18" charset="0"/>
                          </a:rPr>
                          <m:t>=</m:t>
                        </m:r>
                        <m:f>
                          <m:fPr>
                            <m:ctrlPr>
                              <a:rPr lang="en-US" sz="2400" i="1">
                                <a:latin typeface="Cambria Math" panose="02040503050406030204" pitchFamily="18" charset="0"/>
                              </a:rPr>
                            </m:ctrlPr>
                          </m:fPr>
                          <m:num>
                            <m:r>
                              <m:rPr>
                                <m:nor/>
                              </m:rPr>
                              <a:rPr lang="es-AR" sz="2400" b="0" i="0" smtClean="0">
                                <a:latin typeface="Segoe"/>
                              </a:rPr>
                              <m:t>        </m:t>
                            </m:r>
                            <m:r>
                              <m:rPr>
                                <m:nor/>
                              </m:rPr>
                              <a:rPr lang="en-US" sz="2000" smtClean="0">
                                <a:latin typeface="Segoe"/>
                              </a:rPr>
                              <m:t>𝑅𝑒𝑎𝑙</m:t>
                            </m:r>
                            <m:r>
                              <m:rPr>
                                <m:nor/>
                              </m:rPr>
                              <a:rPr lang="en-US" sz="2000" smtClean="0">
                                <a:latin typeface="Segoe"/>
                              </a:rPr>
                              <m:t> </m:t>
                            </m:r>
                            <m:r>
                              <m:rPr>
                                <m:nor/>
                              </m:rPr>
                              <a:rPr lang="en-US" sz="2000" smtClean="0">
                                <a:latin typeface="Segoe"/>
                              </a:rPr>
                              <m:t>𝑒𝑛𝑒𝑟𝑔𝑦</m:t>
                            </m:r>
                            <m:r>
                              <m:rPr>
                                <m:nor/>
                              </m:rPr>
                              <a:rPr lang="en-US" sz="2000" smtClean="0">
                                <a:latin typeface="Segoe"/>
                              </a:rPr>
                              <m:t> </m:t>
                            </m:r>
                            <m:r>
                              <m:rPr>
                                <m:nor/>
                              </m:rPr>
                              <a:rPr lang="en-US" sz="2000" smtClean="0">
                                <a:latin typeface="Segoe"/>
                              </a:rPr>
                              <m:t>𝑝𝑟𝑜𝑑𝑢𝑐𝑡𝑖𝑜𝑛</m:t>
                            </m:r>
                            <m:r>
                              <m:rPr>
                                <m:nor/>
                              </m:rPr>
                              <a:rPr lang="en-US" sz="2000" smtClean="0">
                                <a:latin typeface="Segoe"/>
                              </a:rPr>
                              <m:t> (</m:t>
                            </m:r>
                            <m:r>
                              <m:rPr>
                                <m:nor/>
                              </m:rPr>
                              <a:rPr lang="en-US" sz="2000" smtClean="0">
                                <a:latin typeface="Segoe"/>
                              </a:rPr>
                              <m:t>𝑘𝑊</m:t>
                            </m:r>
                            <m:r>
                              <m:rPr>
                                <m:nor/>
                              </m:rPr>
                              <a:rPr lang="en-US" sz="2000" smtClean="0">
                                <a:latin typeface="Segoe"/>
                              </a:rPr>
                              <m:t>h</m:t>
                            </m:r>
                            <m:r>
                              <m:rPr>
                                <m:nor/>
                              </m:rPr>
                              <a:rPr lang="en-US" sz="2000" smtClean="0">
                                <a:latin typeface="Segoe"/>
                              </a:rPr>
                              <m:t>)</m:t>
                            </m:r>
                            <m:r>
                              <m:rPr>
                                <m:nor/>
                              </m:rPr>
                              <a:rPr lang="es-AR" sz="2000" b="0" i="0" smtClean="0">
                                <a:latin typeface="Segoe"/>
                              </a:rPr>
                              <m:t>        </m:t>
                            </m:r>
                          </m:num>
                          <m:den/>
                        </m:f>
                      </m:oMath>
                    </a14:m>
                    <a:endParaRPr lang="es-AR" sz="2000" dirty="0">
                      <a:latin typeface="Segoe"/>
                    </a:endParaRPr>
                  </a:p>
                </p:txBody>
              </p:sp>
            </mc:Choice>
            <mc:Fallback xmlns="">
              <p:sp>
                <p:nvSpPr>
                  <p:cNvPr id="30" name="Rectángulo 29">
                    <a:extLst>
                      <a:ext uri="{FF2B5EF4-FFF2-40B4-BE49-F238E27FC236}">
                        <a16:creationId xmlns:a16="http://schemas.microsoft.com/office/drawing/2014/main" id="{19CB5FB9-1E66-1183-3D51-C5EAF3022DB2}"/>
                      </a:ext>
                    </a:extLst>
                  </p:cNvPr>
                  <p:cNvSpPr>
                    <a:spLocks noRot="1" noChangeAspect="1" noMove="1" noResize="1" noEditPoints="1" noAdjustHandles="1" noChangeArrowheads="1" noChangeShapeType="1" noTextEdit="1"/>
                  </p:cNvSpPr>
                  <p:nvPr/>
                </p:nvSpPr>
                <p:spPr>
                  <a:xfrm>
                    <a:off x="12642358" y="1884053"/>
                    <a:ext cx="8438148" cy="2175557"/>
                  </a:xfrm>
                  <a:prstGeom prst="rect">
                    <a:avLst/>
                  </a:prstGeom>
                  <a:blipFill>
                    <a:blip r:embed="rId9"/>
                    <a:stretch>
                      <a:fillRect/>
                    </a:stretch>
                  </a:blipFill>
                  <a:ln>
                    <a:noFill/>
                  </a:ln>
                </p:spPr>
                <p:txBody>
                  <a:bodyPr/>
                  <a:lstStyle/>
                  <a:p>
                    <a:r>
                      <a:rPr lang="en-US">
                        <a:noFill/>
                      </a:rPr>
                      <a:t> </a:t>
                    </a:r>
                  </a:p>
                </p:txBody>
              </p:sp>
            </mc:Fallback>
          </mc:AlternateContent>
          <p:grpSp>
            <p:nvGrpSpPr>
              <p:cNvPr id="44" name="Grupo 43">
                <a:extLst>
                  <a:ext uri="{FF2B5EF4-FFF2-40B4-BE49-F238E27FC236}">
                    <a16:creationId xmlns:a16="http://schemas.microsoft.com/office/drawing/2014/main" id="{07546B8B-11C8-240D-2E97-256800EDBE61}"/>
                  </a:ext>
                </a:extLst>
              </p:cNvPr>
              <p:cNvGrpSpPr/>
              <p:nvPr/>
            </p:nvGrpSpPr>
            <p:grpSpPr>
              <a:xfrm>
                <a:off x="20418883" y="1562415"/>
                <a:ext cx="1323246" cy="1226812"/>
                <a:chOff x="20677378" y="1415283"/>
                <a:chExt cx="1323246" cy="1226812"/>
              </a:xfrm>
            </p:grpSpPr>
            <p:sp>
              <p:nvSpPr>
                <p:cNvPr id="42" name="Elipse 41">
                  <a:extLst>
                    <a:ext uri="{FF2B5EF4-FFF2-40B4-BE49-F238E27FC236}">
                      <a16:creationId xmlns:a16="http://schemas.microsoft.com/office/drawing/2014/main" id="{EE276268-99FB-025B-2CD9-7CE0591C5061}"/>
                    </a:ext>
                  </a:extLst>
                </p:cNvPr>
                <p:cNvSpPr/>
                <p:nvPr/>
              </p:nvSpPr>
              <p:spPr>
                <a:xfrm>
                  <a:off x="20677378" y="1415283"/>
                  <a:ext cx="1323246" cy="1226812"/>
                </a:xfrm>
                <a:prstGeom prst="ellipse">
                  <a:avLst/>
                </a:prstGeom>
                <a:solidFill>
                  <a:srgbClr val="9EF22E"/>
                </a:solidFill>
                <a:ln w="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43" name="CuadroTexto 42">
                  <a:extLst>
                    <a:ext uri="{FF2B5EF4-FFF2-40B4-BE49-F238E27FC236}">
                      <a16:creationId xmlns:a16="http://schemas.microsoft.com/office/drawing/2014/main" id="{B19B4A48-41B5-87AE-0FD5-CE319B28B3D3}"/>
                    </a:ext>
                  </a:extLst>
                </p:cNvPr>
                <p:cNvSpPr txBox="1"/>
                <p:nvPr/>
              </p:nvSpPr>
              <p:spPr>
                <a:xfrm>
                  <a:off x="20762441" y="1717374"/>
                  <a:ext cx="1195891" cy="846386"/>
                </a:xfrm>
                <a:prstGeom prst="rect">
                  <a:avLst/>
                </a:prstGeom>
                <a:noFill/>
              </p:spPr>
              <p:txBody>
                <a:bodyPr wrap="square" rtlCol="0">
                  <a:spAutoFit/>
                </a:bodyPr>
                <a:lstStyle/>
                <a:p>
                  <a:pPr algn="ctr"/>
                  <a:r>
                    <a:rPr lang="es-AR" b="1" dirty="0">
                      <a:solidFill>
                        <a:schemeClr val="tx1">
                          <a:lumMod val="85000"/>
                          <a:lumOff val="15000"/>
                        </a:schemeClr>
                      </a:solidFill>
                      <a:latin typeface="Segoe UI" panose="020B0502040204020203" pitchFamily="34" charset="0"/>
                      <a:cs typeface="Segoe UI" panose="020B0502040204020203" pitchFamily="34" charset="0"/>
                    </a:rPr>
                    <a:t>TARGET</a:t>
                  </a:r>
                </a:p>
                <a:p>
                  <a:pPr algn="ctr"/>
                  <a:r>
                    <a:rPr lang="es-AR" b="1" dirty="0">
                      <a:solidFill>
                        <a:schemeClr val="tx1">
                          <a:lumMod val="85000"/>
                          <a:lumOff val="15000"/>
                        </a:schemeClr>
                      </a:solidFill>
                      <a:latin typeface="Segoe UI" panose="020B0502040204020203" pitchFamily="34" charset="0"/>
                      <a:cs typeface="Segoe UI" panose="020B0502040204020203" pitchFamily="34" charset="0"/>
                    </a:rPr>
                    <a:t>25% </a:t>
                  </a:r>
                </a:p>
                <a:p>
                  <a:pPr algn="ctr"/>
                  <a:endParaRPr lang="es-AR" sz="1100" b="1" dirty="0">
                    <a:solidFill>
                      <a:schemeClr val="tx1">
                        <a:lumMod val="85000"/>
                        <a:lumOff val="15000"/>
                      </a:schemeClr>
                    </a:solidFill>
                    <a:latin typeface="Toyota Text" panose="020B0503040202020203" pitchFamily="34" charset="0"/>
                  </a:endParaRPr>
                </a:p>
                <a:p>
                  <a:pPr algn="ctr"/>
                  <a:endParaRPr lang="es-AR" sz="200" b="1" dirty="0">
                    <a:solidFill>
                      <a:srgbClr val="00B050"/>
                    </a:solidFill>
                    <a:latin typeface="Toyota Text" panose="020B0503040202020203" pitchFamily="34" charset="0"/>
                  </a:endParaRPr>
                </a:p>
              </p:txBody>
            </p:sp>
          </p:grpSp>
        </p:grpSp>
        <mc:AlternateContent xmlns:mc="http://schemas.openxmlformats.org/markup-compatibility/2006" xmlns:a14="http://schemas.microsoft.com/office/drawing/2010/main">
          <mc:Choice Requires="a14">
            <p:sp>
              <p:nvSpPr>
                <p:cNvPr id="33" name="Rectángulo 32">
                  <a:extLst>
                    <a:ext uri="{FF2B5EF4-FFF2-40B4-BE49-F238E27FC236}">
                      <a16:creationId xmlns:a16="http://schemas.microsoft.com/office/drawing/2014/main" id="{9E364893-9771-5E25-485D-177E2245BADE}"/>
                    </a:ext>
                  </a:extLst>
                </p:cNvPr>
                <p:cNvSpPr/>
                <p:nvPr/>
              </p:nvSpPr>
              <p:spPr>
                <a:xfrm>
                  <a:off x="15049567" y="3298893"/>
                  <a:ext cx="4578916" cy="263040"/>
                </a:xfrm>
                <a:prstGeom prst="rect">
                  <a:avLst/>
                </a:prstGeom>
                <a:solidFill>
                  <a:schemeClr val="tx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nor/>
                          </m:rPr>
                          <a:rPr lang="en-US" i="1" dirty="0">
                            <a:latin typeface="Segoe"/>
                          </a:rPr>
                          <m:t>Maximum</m:t>
                        </m:r>
                        <m:r>
                          <m:rPr>
                            <m:nor/>
                          </m:rPr>
                          <a:rPr lang="en-US" i="1" dirty="0">
                            <a:latin typeface="Segoe"/>
                          </a:rPr>
                          <m:t> </m:t>
                        </m:r>
                        <m:r>
                          <m:rPr>
                            <m:nor/>
                          </m:rPr>
                          <a:rPr lang="en-US" i="1" dirty="0">
                            <a:latin typeface="Segoe"/>
                          </a:rPr>
                          <m:t>possible</m:t>
                        </m:r>
                        <m:r>
                          <m:rPr>
                            <m:nor/>
                          </m:rPr>
                          <a:rPr lang="en-US" i="1" dirty="0">
                            <a:latin typeface="Segoe"/>
                          </a:rPr>
                          <m:t> </m:t>
                        </m:r>
                        <m:r>
                          <m:rPr>
                            <m:nor/>
                          </m:rPr>
                          <a:rPr lang="en-US" i="1" dirty="0">
                            <a:latin typeface="Segoe"/>
                          </a:rPr>
                          <m:t>energy</m:t>
                        </m:r>
                        <m:r>
                          <m:rPr>
                            <m:nor/>
                          </m:rPr>
                          <a:rPr lang="en-US" i="1" dirty="0">
                            <a:latin typeface="Segoe"/>
                          </a:rPr>
                          <m:t> </m:t>
                        </m:r>
                        <m:r>
                          <m:rPr>
                            <m:nor/>
                          </m:rPr>
                          <a:rPr lang="en-US" i="1" dirty="0">
                            <a:latin typeface="Segoe"/>
                          </a:rPr>
                          <m:t>production</m:t>
                        </m:r>
                        <m:r>
                          <m:rPr>
                            <m:nor/>
                          </m:rPr>
                          <a:rPr lang="en-US" i="1" dirty="0">
                            <a:latin typeface="Segoe"/>
                          </a:rPr>
                          <m:t> (</m:t>
                        </m:r>
                        <m:r>
                          <m:rPr>
                            <m:nor/>
                          </m:rPr>
                          <a:rPr lang="en-US" i="1" dirty="0">
                            <a:latin typeface="Segoe"/>
                          </a:rPr>
                          <m:t>kWh</m:t>
                        </m:r>
                        <m:r>
                          <m:rPr>
                            <m:nor/>
                          </m:rPr>
                          <a:rPr lang="es-AR" i="1" dirty="0">
                            <a:latin typeface="Segoe"/>
                          </a:rPr>
                          <m:t>)</m:t>
                        </m:r>
                      </m:oMath>
                    </m:oMathPara>
                  </a14:m>
                  <a:endParaRPr lang="en-US" dirty="0">
                    <a:latin typeface="Segoe UI" panose="020B0502040204020203" pitchFamily="34" charset="0"/>
                    <a:cs typeface="Segoe UI" panose="020B0502040204020203" pitchFamily="34" charset="0"/>
                  </a:endParaRPr>
                </a:p>
              </p:txBody>
            </p:sp>
          </mc:Choice>
          <mc:Fallback xmlns="">
            <p:sp>
              <p:nvSpPr>
                <p:cNvPr id="33" name="Rectángulo 32">
                  <a:extLst>
                    <a:ext uri="{FF2B5EF4-FFF2-40B4-BE49-F238E27FC236}">
                      <a16:creationId xmlns:a16="http://schemas.microsoft.com/office/drawing/2014/main" id="{9E364893-9771-5E25-485D-177E2245BADE}"/>
                    </a:ext>
                  </a:extLst>
                </p:cNvPr>
                <p:cNvSpPr>
                  <a:spLocks noRot="1" noChangeAspect="1" noMove="1" noResize="1" noEditPoints="1" noAdjustHandles="1" noChangeArrowheads="1" noChangeShapeType="1" noTextEdit="1"/>
                </p:cNvSpPr>
                <p:nvPr/>
              </p:nvSpPr>
              <p:spPr>
                <a:xfrm>
                  <a:off x="15049567" y="3298893"/>
                  <a:ext cx="4578916" cy="263040"/>
                </a:xfrm>
                <a:prstGeom prst="rect">
                  <a:avLst/>
                </a:prstGeom>
                <a:blipFill>
                  <a:blip r:embed="rId10"/>
                  <a:stretch>
                    <a:fillRect l="-133" t="-9302" b="-48837"/>
                  </a:stretch>
                </a:blipFill>
                <a:ln>
                  <a:noFill/>
                </a:ln>
              </p:spPr>
              <p:txBody>
                <a:bodyPr/>
                <a:lstStyle/>
                <a:p>
                  <a:r>
                    <a:rPr lang="en-US">
                      <a:noFill/>
                    </a:rPr>
                    <a:t> </a:t>
                  </a:r>
                </a:p>
              </p:txBody>
            </p:sp>
          </mc:Fallback>
        </mc:AlternateContent>
      </p:grpSp>
      <p:grpSp>
        <p:nvGrpSpPr>
          <p:cNvPr id="52" name="Grupo 51">
            <a:extLst>
              <a:ext uri="{FF2B5EF4-FFF2-40B4-BE49-F238E27FC236}">
                <a16:creationId xmlns:a16="http://schemas.microsoft.com/office/drawing/2014/main" id="{51FDB5CF-E066-1FB4-A30C-8A2CB0C28033}"/>
              </a:ext>
            </a:extLst>
          </p:cNvPr>
          <p:cNvGrpSpPr/>
          <p:nvPr/>
        </p:nvGrpSpPr>
        <p:grpSpPr>
          <a:xfrm>
            <a:off x="10005686" y="4265236"/>
            <a:ext cx="12066023" cy="3151910"/>
            <a:chOff x="10005686" y="4406521"/>
            <a:chExt cx="12066023" cy="3151910"/>
          </a:xfrm>
        </p:grpSpPr>
        <p:sp>
          <p:nvSpPr>
            <p:cNvPr id="13" name="Elipse 12">
              <a:extLst>
                <a:ext uri="{FF2B5EF4-FFF2-40B4-BE49-F238E27FC236}">
                  <a16:creationId xmlns:a16="http://schemas.microsoft.com/office/drawing/2014/main" id="{7933EE63-082A-39AC-333D-0689532353CA}"/>
                </a:ext>
              </a:extLst>
            </p:cNvPr>
            <p:cNvSpPr/>
            <p:nvPr/>
          </p:nvSpPr>
          <p:spPr>
            <a:xfrm>
              <a:off x="10005686" y="5344265"/>
              <a:ext cx="313244" cy="276445"/>
            </a:xfrm>
            <a:prstGeom prst="ellipse">
              <a:avLst/>
            </a:prstGeom>
            <a:solidFill>
              <a:schemeClr val="tx1">
                <a:lumMod val="65000"/>
                <a:lumOff val="35000"/>
              </a:schemeClr>
            </a:solidFill>
            <a:ln>
              <a:solidFill>
                <a:schemeClr val="tx1">
                  <a:lumMod val="65000"/>
                  <a:lumOff val="3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cxnSp>
          <p:nvCxnSpPr>
            <p:cNvPr id="20" name="Conector: angular 19">
              <a:extLst>
                <a:ext uri="{FF2B5EF4-FFF2-40B4-BE49-F238E27FC236}">
                  <a16:creationId xmlns:a16="http://schemas.microsoft.com/office/drawing/2014/main" id="{79BA05A6-1E1F-4CAE-1B94-E3665E51F695}"/>
                </a:ext>
              </a:extLst>
            </p:cNvPr>
            <p:cNvCxnSpPr>
              <a:cxnSpLocks/>
            </p:cNvCxnSpPr>
            <p:nvPr/>
          </p:nvCxnSpPr>
          <p:spPr>
            <a:xfrm flipV="1">
              <a:off x="10301395" y="4868186"/>
              <a:ext cx="2102637" cy="611305"/>
            </a:xfrm>
            <a:prstGeom prst="bentConnector3">
              <a:avLst/>
            </a:prstGeom>
            <a:ln w="57150">
              <a:solidFill>
                <a:schemeClr val="tx1">
                  <a:lumMod val="65000"/>
                  <a:lumOff val="35000"/>
                </a:schemeClr>
              </a:solidFill>
              <a:prstDash val="dash"/>
              <a:tailEnd type="triangle"/>
            </a:ln>
          </p:spPr>
          <p:style>
            <a:lnRef idx="1">
              <a:schemeClr val="dk1"/>
            </a:lnRef>
            <a:fillRef idx="0">
              <a:schemeClr val="dk1"/>
            </a:fillRef>
            <a:effectRef idx="0">
              <a:schemeClr val="dk1"/>
            </a:effectRef>
            <a:fontRef idx="minor">
              <a:schemeClr val="tx1"/>
            </a:fontRef>
          </p:style>
        </p:cxnSp>
        <p:sp>
          <p:nvSpPr>
            <p:cNvPr id="29" name="CuadroTexto 28">
              <a:extLst>
                <a:ext uri="{FF2B5EF4-FFF2-40B4-BE49-F238E27FC236}">
                  <a16:creationId xmlns:a16="http://schemas.microsoft.com/office/drawing/2014/main" id="{E127DC1A-1EFA-2115-1127-7D8797F197F8}"/>
                </a:ext>
              </a:extLst>
            </p:cNvPr>
            <p:cNvSpPr txBox="1"/>
            <p:nvPr/>
          </p:nvSpPr>
          <p:spPr>
            <a:xfrm>
              <a:off x="12606341" y="4406521"/>
              <a:ext cx="9465368" cy="830997"/>
            </a:xfrm>
            <a:prstGeom prst="rect">
              <a:avLst/>
            </a:prstGeom>
            <a:noFill/>
          </p:spPr>
          <p:txBody>
            <a:bodyPr wrap="square" rtlCol="0">
              <a:spAutoFit/>
            </a:bodyPr>
            <a:lstStyle/>
            <a:p>
              <a:r>
                <a:rPr lang="es-AR" sz="4800" b="1" spc="600" dirty="0">
                  <a:solidFill>
                    <a:schemeClr val="tx2"/>
                  </a:solidFill>
                  <a:latin typeface="Segoe UI Variable Display Light" pitchFamily="2" charset="0"/>
                </a:rPr>
                <a:t>Availability (%)</a:t>
              </a:r>
              <a:endParaRPr lang="en-US" sz="4800" b="1" spc="600" dirty="0">
                <a:solidFill>
                  <a:schemeClr val="tx2"/>
                </a:solidFill>
                <a:latin typeface="Segoe UI Variable Display Light" pitchFamily="2" charset="0"/>
              </a:endParaRPr>
            </a:p>
          </p:txBody>
        </p:sp>
        <mc:AlternateContent xmlns:mc="http://schemas.openxmlformats.org/markup-compatibility/2006" xmlns:a14="http://schemas.microsoft.com/office/drawing/2010/main">
          <mc:Choice Requires="a14">
            <p:sp>
              <p:nvSpPr>
                <p:cNvPr id="31" name="Rectángulo 30">
                  <a:extLst>
                    <a:ext uri="{FF2B5EF4-FFF2-40B4-BE49-F238E27FC236}">
                      <a16:creationId xmlns:a16="http://schemas.microsoft.com/office/drawing/2014/main" id="{3A28B4A5-C78E-2B4F-CBFB-F1D37272B9A9}"/>
                    </a:ext>
                  </a:extLst>
                </p:cNvPr>
                <p:cNvSpPr/>
                <p:nvPr/>
              </p:nvSpPr>
              <p:spPr>
                <a:xfrm>
                  <a:off x="12642358" y="5382874"/>
                  <a:ext cx="8438148" cy="2175557"/>
                </a:xfrm>
                <a:prstGeom prst="rect">
                  <a:avLst/>
                </a:prstGeom>
                <a:solidFill>
                  <a:schemeClr val="tx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AR" sz="2400" dirty="0">
                      <a:latin typeface="Segoe UI" panose="020B0502040204020203" pitchFamily="34" charset="0"/>
                      <a:cs typeface="Segoe UI" panose="020B0502040204020203" pitchFamily="34" charset="0"/>
                    </a:rPr>
                    <a:t> </a:t>
                  </a:r>
                  <a:r>
                    <a:rPr lang="es-AR" sz="2400" dirty="0" err="1">
                      <a:latin typeface="Segoe UI" panose="020B0502040204020203" pitchFamily="34" charset="0"/>
                      <a:cs typeface="Segoe UI" panose="020B0502040204020203" pitchFamily="34" charset="0"/>
                    </a:rPr>
                    <a:t>Percentage</a:t>
                  </a:r>
                  <a:r>
                    <a:rPr lang="es-AR" sz="2400" dirty="0">
                      <a:latin typeface="Segoe UI" panose="020B0502040204020203" pitchFamily="34" charset="0"/>
                      <a:cs typeface="Segoe UI" panose="020B0502040204020203" pitchFamily="34" charset="0"/>
                    </a:rPr>
                    <a:t> </a:t>
                  </a:r>
                  <a:r>
                    <a:rPr lang="es-AR" sz="2400" dirty="0" err="1">
                      <a:latin typeface="Segoe UI" panose="020B0502040204020203" pitchFamily="34" charset="0"/>
                      <a:cs typeface="Segoe UI" panose="020B0502040204020203" pitchFamily="34" charset="0"/>
                    </a:rPr>
                    <a:t>of</a:t>
                  </a:r>
                  <a:r>
                    <a:rPr lang="es-AR" sz="2400" dirty="0">
                      <a:latin typeface="Segoe UI" panose="020B0502040204020203" pitchFamily="34" charset="0"/>
                      <a:cs typeface="Segoe UI" panose="020B0502040204020203" pitchFamily="34" charset="0"/>
                    </a:rPr>
                    <a:t> time </a:t>
                  </a:r>
                  <a:r>
                    <a:rPr lang="es-AR" sz="2400" dirty="0" err="1">
                      <a:latin typeface="Segoe UI" panose="020B0502040204020203" pitchFamily="34" charset="0"/>
                      <a:cs typeface="Segoe UI" panose="020B0502040204020203" pitchFamily="34" charset="0"/>
                    </a:rPr>
                    <a:t>the</a:t>
                  </a:r>
                  <a:r>
                    <a:rPr lang="es-AR" sz="2400" dirty="0">
                      <a:latin typeface="Segoe UI" panose="020B0502040204020203" pitchFamily="34" charset="0"/>
                      <a:cs typeface="Segoe UI" panose="020B0502040204020203" pitchFamily="34" charset="0"/>
                    </a:rPr>
                    <a:t> turbine </a:t>
                  </a:r>
                  <a:r>
                    <a:rPr lang="es-AR" sz="2400" dirty="0" err="1">
                      <a:latin typeface="Segoe UI" panose="020B0502040204020203" pitchFamily="34" charset="0"/>
                      <a:cs typeface="Segoe UI" panose="020B0502040204020203" pitchFamily="34" charset="0"/>
                    </a:rPr>
                    <a:t>remained</a:t>
                  </a:r>
                  <a:r>
                    <a:rPr lang="es-AR" sz="2400" dirty="0">
                      <a:latin typeface="Segoe UI" panose="020B0502040204020203" pitchFamily="34" charset="0"/>
                      <a:cs typeface="Segoe UI" panose="020B0502040204020203" pitchFamily="34" charset="0"/>
                    </a:rPr>
                    <a:t> </a:t>
                  </a:r>
                  <a:r>
                    <a:rPr lang="es-AR" sz="2400" dirty="0" err="1">
                      <a:latin typeface="Segoe UI" panose="020B0502040204020203" pitchFamily="34" charset="0"/>
                      <a:cs typeface="Segoe UI" panose="020B0502040204020203" pitchFamily="34" charset="0"/>
                    </a:rPr>
                    <a:t>operational</a:t>
                  </a:r>
                  <a:r>
                    <a:rPr lang="es-AR" sz="2400" dirty="0">
                      <a:latin typeface="Segoe UI" panose="020B0502040204020203" pitchFamily="34" charset="0"/>
                      <a:cs typeface="Segoe UI" panose="020B0502040204020203" pitchFamily="34" charset="0"/>
                    </a:rPr>
                    <a:t>.</a:t>
                  </a:r>
                </a:p>
                <a:p>
                  <a:pPr algn="ctr"/>
                  <a:endParaRPr lang="en-US" sz="200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𝐴𝑣𝑎𝑖𝑙𝑎𝑏𝑖𝑙𝑖𝑡𝑦</m:t>
                        </m:r>
                        <m:r>
                          <a:rPr lang="en-US" sz="2000" i="1">
                            <a:latin typeface="Cambria Math" panose="02040503050406030204" pitchFamily="18" charset="0"/>
                          </a:rPr>
                          <m:t> = </m:t>
                        </m:r>
                        <m:r>
                          <a:rPr lang="en-US" sz="2000" i="1">
                            <a:latin typeface="Cambria Math" panose="02040503050406030204" pitchFamily="18" charset="0"/>
                          </a:rPr>
                          <m:t>𝑂𝑝𝑒𝑟𝑎𝑡𝑖𝑣𝑒</m:t>
                        </m:r>
                        <m:r>
                          <a:rPr lang="en-US" sz="2000" i="1">
                            <a:latin typeface="Cambria Math" panose="02040503050406030204" pitchFamily="18" charset="0"/>
                          </a:rPr>
                          <m:t> </m:t>
                        </m:r>
                        <m:r>
                          <a:rPr lang="en-US" sz="2000" i="1">
                            <a:latin typeface="Cambria Math" panose="02040503050406030204" pitchFamily="18" charset="0"/>
                          </a:rPr>
                          <m:t>𝐻𝑜𝑢𝑟𝑠</m:t>
                        </m:r>
                        <m:r>
                          <a:rPr lang="en-US" sz="2000" i="1">
                            <a:latin typeface="Cambria Math" panose="02040503050406030204" pitchFamily="18" charset="0"/>
                          </a:rPr>
                          <m:t> / </m:t>
                        </m:r>
                        <m:r>
                          <a:rPr lang="en-US" sz="2000" i="1">
                            <a:latin typeface="Cambria Math" panose="02040503050406030204" pitchFamily="18" charset="0"/>
                          </a:rPr>
                          <m:t>𝑇𝑜𝑡𝑎𝑙</m:t>
                        </m:r>
                        <m:r>
                          <a:rPr lang="en-US" sz="2000" i="1">
                            <a:latin typeface="Cambria Math" panose="02040503050406030204" pitchFamily="18" charset="0"/>
                          </a:rPr>
                          <m:t> </m:t>
                        </m:r>
                        <m:r>
                          <a:rPr lang="en-US" sz="2000" i="1">
                            <a:latin typeface="Cambria Math" panose="02040503050406030204" pitchFamily="18" charset="0"/>
                          </a:rPr>
                          <m:t>𝐻𝑜𝑢𝑟𝑠</m:t>
                        </m:r>
                      </m:oMath>
                    </m:oMathPara>
                  </a14:m>
                  <a:endParaRPr lang="en-US" dirty="0"/>
                </a:p>
              </p:txBody>
            </p:sp>
          </mc:Choice>
          <mc:Fallback xmlns="">
            <p:sp>
              <p:nvSpPr>
                <p:cNvPr id="31" name="Rectángulo 30">
                  <a:extLst>
                    <a:ext uri="{FF2B5EF4-FFF2-40B4-BE49-F238E27FC236}">
                      <a16:creationId xmlns:a16="http://schemas.microsoft.com/office/drawing/2014/main" id="{3A28B4A5-C78E-2B4F-CBFB-F1D37272B9A9}"/>
                    </a:ext>
                  </a:extLst>
                </p:cNvPr>
                <p:cNvSpPr>
                  <a:spLocks noRot="1" noChangeAspect="1" noMove="1" noResize="1" noEditPoints="1" noAdjustHandles="1" noChangeArrowheads="1" noChangeShapeType="1" noTextEdit="1"/>
                </p:cNvSpPr>
                <p:nvPr/>
              </p:nvSpPr>
              <p:spPr>
                <a:xfrm>
                  <a:off x="12642358" y="5382874"/>
                  <a:ext cx="8438148" cy="2175557"/>
                </a:xfrm>
                <a:prstGeom prst="rect">
                  <a:avLst/>
                </a:prstGeom>
                <a:blipFill>
                  <a:blip r:embed="rId11"/>
                  <a:stretch>
                    <a:fillRect/>
                  </a:stretch>
                </a:blipFill>
                <a:ln>
                  <a:noFill/>
                </a:ln>
              </p:spPr>
              <p:txBody>
                <a:bodyPr/>
                <a:lstStyle/>
                <a:p>
                  <a:r>
                    <a:rPr lang="en-US">
                      <a:noFill/>
                    </a:rPr>
                    <a:t> </a:t>
                  </a:r>
                </a:p>
              </p:txBody>
            </p:sp>
          </mc:Fallback>
        </mc:AlternateContent>
        <p:grpSp>
          <p:nvGrpSpPr>
            <p:cNvPr id="45" name="Grupo 44">
              <a:extLst>
                <a:ext uri="{FF2B5EF4-FFF2-40B4-BE49-F238E27FC236}">
                  <a16:creationId xmlns:a16="http://schemas.microsoft.com/office/drawing/2014/main" id="{20BDD992-D082-A5DF-CE8C-F3C732D4A826}"/>
                </a:ext>
              </a:extLst>
            </p:cNvPr>
            <p:cNvGrpSpPr/>
            <p:nvPr/>
          </p:nvGrpSpPr>
          <p:grpSpPr>
            <a:xfrm>
              <a:off x="20571283" y="4767479"/>
              <a:ext cx="1323246" cy="1226812"/>
              <a:chOff x="20677378" y="1415283"/>
              <a:chExt cx="1323246" cy="1226812"/>
            </a:xfrm>
          </p:grpSpPr>
          <p:sp>
            <p:nvSpPr>
              <p:cNvPr id="46" name="Elipse 45">
                <a:extLst>
                  <a:ext uri="{FF2B5EF4-FFF2-40B4-BE49-F238E27FC236}">
                    <a16:creationId xmlns:a16="http://schemas.microsoft.com/office/drawing/2014/main" id="{93714462-B211-6CB6-19C5-3505F9A868D0}"/>
                  </a:ext>
                </a:extLst>
              </p:cNvPr>
              <p:cNvSpPr/>
              <p:nvPr/>
            </p:nvSpPr>
            <p:spPr>
              <a:xfrm>
                <a:off x="20677378" y="1415283"/>
                <a:ext cx="1323246" cy="1226812"/>
              </a:xfrm>
              <a:prstGeom prst="ellipse">
                <a:avLst/>
              </a:prstGeom>
              <a:solidFill>
                <a:srgbClr val="9EF22E"/>
              </a:solidFill>
              <a:ln w="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47" name="CuadroTexto 46">
                <a:extLst>
                  <a:ext uri="{FF2B5EF4-FFF2-40B4-BE49-F238E27FC236}">
                    <a16:creationId xmlns:a16="http://schemas.microsoft.com/office/drawing/2014/main" id="{AEBA5C7B-ED55-8507-8DDA-D39E577AD74F}"/>
                  </a:ext>
                </a:extLst>
              </p:cNvPr>
              <p:cNvSpPr txBox="1"/>
              <p:nvPr/>
            </p:nvSpPr>
            <p:spPr>
              <a:xfrm>
                <a:off x="20762441" y="1717374"/>
                <a:ext cx="1195891" cy="846386"/>
              </a:xfrm>
              <a:prstGeom prst="rect">
                <a:avLst/>
              </a:prstGeom>
              <a:noFill/>
            </p:spPr>
            <p:txBody>
              <a:bodyPr wrap="square" rtlCol="0">
                <a:spAutoFit/>
              </a:bodyPr>
              <a:lstStyle/>
              <a:p>
                <a:pPr algn="ctr"/>
                <a:r>
                  <a:rPr lang="es-AR" b="1" dirty="0">
                    <a:solidFill>
                      <a:schemeClr val="tx1">
                        <a:lumMod val="85000"/>
                        <a:lumOff val="15000"/>
                      </a:schemeClr>
                    </a:solidFill>
                    <a:latin typeface="Segoe UI" panose="020B0502040204020203" pitchFamily="34" charset="0"/>
                    <a:cs typeface="Segoe UI" panose="020B0502040204020203" pitchFamily="34" charset="0"/>
                  </a:rPr>
                  <a:t>TARGET</a:t>
                </a:r>
              </a:p>
              <a:p>
                <a:pPr algn="ctr"/>
                <a:r>
                  <a:rPr lang="es-AR" b="1" dirty="0">
                    <a:solidFill>
                      <a:schemeClr val="tx1">
                        <a:lumMod val="85000"/>
                        <a:lumOff val="15000"/>
                      </a:schemeClr>
                    </a:solidFill>
                    <a:latin typeface="Segoe UI" panose="020B0502040204020203" pitchFamily="34" charset="0"/>
                    <a:cs typeface="Segoe UI" panose="020B0502040204020203" pitchFamily="34" charset="0"/>
                  </a:rPr>
                  <a:t>95% </a:t>
                </a:r>
              </a:p>
              <a:p>
                <a:pPr algn="ctr"/>
                <a:endParaRPr lang="es-AR" sz="1100" b="1" dirty="0">
                  <a:solidFill>
                    <a:schemeClr val="tx1">
                      <a:lumMod val="85000"/>
                      <a:lumOff val="15000"/>
                    </a:schemeClr>
                  </a:solidFill>
                  <a:latin typeface="Toyota Text" panose="020B0503040202020203" pitchFamily="34" charset="0"/>
                </a:endParaRPr>
              </a:p>
              <a:p>
                <a:pPr algn="ctr"/>
                <a:endParaRPr lang="es-AR" sz="200" b="1" dirty="0">
                  <a:solidFill>
                    <a:srgbClr val="00B050"/>
                  </a:solidFill>
                  <a:latin typeface="Toyota Text" panose="020B0503040202020203" pitchFamily="34" charset="0"/>
                </a:endParaRPr>
              </a:p>
            </p:txBody>
          </p:sp>
        </p:grpSp>
      </p:grpSp>
    </p:spTree>
    <p:extLst>
      <p:ext uri="{BB962C8B-B14F-4D97-AF65-F5344CB8AC3E}">
        <p14:creationId xmlns:p14="http://schemas.microsoft.com/office/powerpoint/2010/main" val="226740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500"/>
                                        <p:tgtEl>
                                          <p:spTgt spid="5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fade">
                                      <p:cBhvr>
                                        <p:cTn id="17"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B5663-C15E-FACC-3D7C-CECA97D5BC39}"/>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263445D3-A68B-3F12-BE86-B81F4DAACFF4}"/>
              </a:ext>
            </a:extLst>
          </p:cNvPr>
          <p:cNvSpPr/>
          <p:nvPr/>
        </p:nvSpPr>
        <p:spPr>
          <a:xfrm>
            <a:off x="-1" y="-32657"/>
            <a:ext cx="24382413" cy="276445"/>
          </a:xfrm>
          <a:prstGeom prst="rect">
            <a:avLst/>
          </a:prstGeom>
          <a:solidFill>
            <a:srgbClr val="83E2F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sp>
        <p:nvSpPr>
          <p:cNvPr id="4" name="Rectangle 6">
            <a:extLst>
              <a:ext uri="{FF2B5EF4-FFF2-40B4-BE49-F238E27FC236}">
                <a16:creationId xmlns:a16="http://schemas.microsoft.com/office/drawing/2014/main" id="{171C9C1B-8D2E-CBD1-74FB-B470A4576129}"/>
              </a:ext>
            </a:extLst>
          </p:cNvPr>
          <p:cNvSpPr/>
          <p:nvPr/>
        </p:nvSpPr>
        <p:spPr>
          <a:xfrm>
            <a:off x="0" y="12310231"/>
            <a:ext cx="24382413" cy="1405770"/>
          </a:xfrm>
          <a:prstGeom prst="rect">
            <a:avLst/>
          </a:prstGeom>
          <a:solidFill>
            <a:srgbClr val="74ADF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pic>
        <p:nvPicPr>
          <p:cNvPr id="5" name="Imagen 4" descr="Icono  El contenido generado por IA puede ser incorrecto.">
            <a:extLst>
              <a:ext uri="{FF2B5EF4-FFF2-40B4-BE49-F238E27FC236}">
                <a16:creationId xmlns:a16="http://schemas.microsoft.com/office/drawing/2014/main" id="{55CB89D6-281F-F521-083E-7C4CFA280934}"/>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3149564" y="12427151"/>
            <a:ext cx="979800" cy="979800"/>
          </a:xfrm>
          <a:prstGeom prst="rect">
            <a:avLst/>
          </a:prstGeom>
        </p:spPr>
      </p:pic>
      <p:sp>
        <p:nvSpPr>
          <p:cNvPr id="6" name="Title 3">
            <a:extLst>
              <a:ext uri="{FF2B5EF4-FFF2-40B4-BE49-F238E27FC236}">
                <a16:creationId xmlns:a16="http://schemas.microsoft.com/office/drawing/2014/main" id="{EE5B28E1-303E-512C-3796-774AF711A340}"/>
              </a:ext>
            </a:extLst>
          </p:cNvPr>
          <p:cNvSpPr txBox="1">
            <a:spLocks/>
          </p:cNvSpPr>
          <p:nvPr/>
        </p:nvSpPr>
        <p:spPr>
          <a:xfrm>
            <a:off x="459552" y="12503351"/>
            <a:ext cx="19047648" cy="1292659"/>
          </a:xfrm>
          <a:prstGeom prst="rect">
            <a:avLst/>
          </a:prstGeom>
        </p:spPr>
        <p:txBody>
          <a:bodyPr/>
          <a:lstStyle>
            <a:lvl1pPr algn="l" defTabSz="1828709" rtl="0" eaLnBrk="1" latinLnBrk="0" hangingPunct="1">
              <a:lnSpc>
                <a:spcPct val="97000"/>
              </a:lnSpc>
              <a:spcBef>
                <a:spcPct val="0"/>
              </a:spcBef>
              <a:buNone/>
              <a:defRPr sz="4800" b="0" i="0" kern="1200" cap="all" spc="-50" baseline="0">
                <a:solidFill>
                  <a:schemeClr val="tx1"/>
                </a:solidFill>
                <a:latin typeface="+mj-lt"/>
                <a:ea typeface="+mj-ea"/>
                <a:cs typeface="Toyota Type" panose="020B0502020202020204" pitchFamily="34" charset="0"/>
              </a:defRPr>
            </a:lvl1pPr>
          </a:lstStyle>
          <a:p>
            <a:r>
              <a:rPr lang="en-GB" spc="600" dirty="0">
                <a:solidFill>
                  <a:srgbClr val="FFFFFF"/>
                </a:solidFill>
                <a:latin typeface="Segoe UI Variable Small Semibol" pitchFamily="2" charset="0"/>
                <a:ea typeface="Segoe UI Emoji" panose="020B0502040204020203" pitchFamily="34" charset="0"/>
                <a:cs typeface="Toyota Type Semibold" panose="020B0702020202020204" pitchFamily="34" charset="0"/>
              </a:rPr>
              <a:t>|| 6. EXPLORATORY ANALYSIS</a:t>
            </a:r>
          </a:p>
        </p:txBody>
      </p:sp>
      <p:sp>
        <p:nvSpPr>
          <p:cNvPr id="8" name="Rectángulo: esquinas diagonales redondeadas 7">
            <a:extLst>
              <a:ext uri="{FF2B5EF4-FFF2-40B4-BE49-F238E27FC236}">
                <a16:creationId xmlns:a16="http://schemas.microsoft.com/office/drawing/2014/main" id="{19188157-6FFB-5E4E-8F7D-4DC4F62D292D}"/>
              </a:ext>
            </a:extLst>
          </p:cNvPr>
          <p:cNvSpPr>
            <a:spLocks noGrp="1" noRot="1" noMove="1" noResize="1" noEditPoints="1" noAdjustHandles="1" noChangeArrowheads="1" noChangeShapeType="1"/>
          </p:cNvSpPr>
          <p:nvPr/>
        </p:nvSpPr>
        <p:spPr>
          <a:xfrm>
            <a:off x="1332150" y="723900"/>
            <a:ext cx="21865591" cy="11143931"/>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n 2">
            <a:extLst>
              <a:ext uri="{FF2B5EF4-FFF2-40B4-BE49-F238E27FC236}">
                <a16:creationId xmlns:a16="http://schemas.microsoft.com/office/drawing/2014/main" id="{081CF8BC-9B1D-BC41-087E-EDBC84733E30}"/>
              </a:ext>
            </a:extLst>
          </p:cNvPr>
          <p:cNvPicPr>
            <a:picLocks noChangeAspect="1"/>
          </p:cNvPicPr>
          <p:nvPr/>
        </p:nvPicPr>
        <p:blipFill>
          <a:blip r:embed="rId4"/>
          <a:stretch>
            <a:fillRect/>
          </a:stretch>
        </p:blipFill>
        <p:spPr>
          <a:xfrm>
            <a:off x="3944807" y="1119203"/>
            <a:ext cx="6258347" cy="3354581"/>
          </a:xfrm>
          <a:prstGeom prst="rect">
            <a:avLst/>
          </a:prstGeom>
          <a:ln>
            <a:solidFill>
              <a:schemeClr val="tx2">
                <a:lumMod val="60000"/>
                <a:lumOff val="40000"/>
              </a:schemeClr>
            </a:solidFill>
          </a:ln>
        </p:spPr>
      </p:pic>
      <p:grpSp>
        <p:nvGrpSpPr>
          <p:cNvPr id="77" name="Grupo 76">
            <a:extLst>
              <a:ext uri="{FF2B5EF4-FFF2-40B4-BE49-F238E27FC236}">
                <a16:creationId xmlns:a16="http://schemas.microsoft.com/office/drawing/2014/main" id="{8108EC21-13BA-9988-3E16-6A70FDFCC803}"/>
              </a:ext>
            </a:extLst>
          </p:cNvPr>
          <p:cNvGrpSpPr/>
          <p:nvPr/>
        </p:nvGrpSpPr>
        <p:grpSpPr>
          <a:xfrm>
            <a:off x="10092024" y="894557"/>
            <a:ext cx="10509584" cy="3132012"/>
            <a:chOff x="10092024" y="894557"/>
            <a:chExt cx="10509584" cy="3132012"/>
          </a:xfrm>
        </p:grpSpPr>
        <p:grpSp>
          <p:nvGrpSpPr>
            <p:cNvPr id="61" name="Grupo 60">
              <a:extLst>
                <a:ext uri="{FF2B5EF4-FFF2-40B4-BE49-F238E27FC236}">
                  <a16:creationId xmlns:a16="http://schemas.microsoft.com/office/drawing/2014/main" id="{A9C5F88B-26BA-C64E-2981-4D5C6F8E6F4A}"/>
                </a:ext>
              </a:extLst>
            </p:cNvPr>
            <p:cNvGrpSpPr/>
            <p:nvPr/>
          </p:nvGrpSpPr>
          <p:grpSpPr>
            <a:xfrm>
              <a:off x="10092024" y="2473690"/>
              <a:ext cx="2276794" cy="736347"/>
              <a:chOff x="10022343" y="9523200"/>
              <a:chExt cx="2276794" cy="736347"/>
            </a:xfrm>
          </p:grpSpPr>
          <p:sp>
            <p:nvSpPr>
              <p:cNvPr id="62" name="Elipse 61">
                <a:extLst>
                  <a:ext uri="{FF2B5EF4-FFF2-40B4-BE49-F238E27FC236}">
                    <a16:creationId xmlns:a16="http://schemas.microsoft.com/office/drawing/2014/main" id="{D32B238F-6A5F-E907-1049-B49C1A243B49}"/>
                  </a:ext>
                </a:extLst>
              </p:cNvPr>
              <p:cNvSpPr/>
              <p:nvPr/>
            </p:nvSpPr>
            <p:spPr>
              <a:xfrm>
                <a:off x="10022343" y="9983102"/>
                <a:ext cx="313244" cy="276445"/>
              </a:xfrm>
              <a:prstGeom prst="ellipse">
                <a:avLst/>
              </a:prstGeom>
              <a:solidFill>
                <a:schemeClr val="tx1">
                  <a:lumMod val="65000"/>
                  <a:lumOff val="35000"/>
                </a:schemeClr>
              </a:solidFill>
              <a:ln>
                <a:solidFill>
                  <a:schemeClr val="tx1">
                    <a:lumMod val="65000"/>
                    <a:lumOff val="3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cxnSp>
            <p:nvCxnSpPr>
              <p:cNvPr id="63" name="Conector: angular 62">
                <a:extLst>
                  <a:ext uri="{FF2B5EF4-FFF2-40B4-BE49-F238E27FC236}">
                    <a16:creationId xmlns:a16="http://schemas.microsoft.com/office/drawing/2014/main" id="{B496282D-5C3A-85D6-F830-BC17C5633704}"/>
                  </a:ext>
                </a:extLst>
              </p:cNvPr>
              <p:cNvCxnSpPr>
                <a:cxnSpLocks/>
              </p:cNvCxnSpPr>
              <p:nvPr/>
            </p:nvCxnSpPr>
            <p:spPr>
              <a:xfrm flipV="1">
                <a:off x="10196500" y="9523200"/>
                <a:ext cx="2102637" cy="611305"/>
              </a:xfrm>
              <a:prstGeom prst="bentConnector3">
                <a:avLst/>
              </a:prstGeom>
              <a:ln w="57150">
                <a:solidFill>
                  <a:schemeClr val="tx1">
                    <a:lumMod val="65000"/>
                    <a:lumOff val="35000"/>
                  </a:schemeClr>
                </a:solidFill>
                <a:prstDash val="dash"/>
                <a:tailEnd type="triangle"/>
              </a:ln>
            </p:spPr>
            <p:style>
              <a:lnRef idx="1">
                <a:schemeClr val="dk1"/>
              </a:lnRef>
              <a:fillRef idx="0">
                <a:schemeClr val="dk1"/>
              </a:fillRef>
              <a:effectRef idx="0">
                <a:schemeClr val="dk1"/>
              </a:effectRef>
              <a:fontRef idx="minor">
                <a:schemeClr val="tx1"/>
              </a:fontRef>
            </p:style>
          </p:cxnSp>
        </p:grpSp>
        <p:sp>
          <p:nvSpPr>
            <p:cNvPr id="64" name="Rectángulo: esquinas diagonales redondeadas 63">
              <a:extLst>
                <a:ext uri="{FF2B5EF4-FFF2-40B4-BE49-F238E27FC236}">
                  <a16:creationId xmlns:a16="http://schemas.microsoft.com/office/drawing/2014/main" id="{5061C72D-951B-0C5A-40BF-8067BAB5F07F}"/>
                </a:ext>
              </a:extLst>
            </p:cNvPr>
            <p:cNvSpPr>
              <a:spLocks/>
            </p:cNvSpPr>
            <p:nvPr/>
          </p:nvSpPr>
          <p:spPr>
            <a:xfrm>
              <a:off x="12438499" y="1245301"/>
              <a:ext cx="7706173" cy="2781268"/>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Text Placeholder 4">
              <a:extLst>
                <a:ext uri="{FF2B5EF4-FFF2-40B4-BE49-F238E27FC236}">
                  <a16:creationId xmlns:a16="http://schemas.microsoft.com/office/drawing/2014/main" id="{656B53C4-8936-DD48-2B87-03FEEC5CAE7C}"/>
                </a:ext>
              </a:extLst>
            </p:cNvPr>
            <p:cNvSpPr txBox="1">
              <a:spLocks/>
            </p:cNvSpPr>
            <p:nvPr/>
          </p:nvSpPr>
          <p:spPr>
            <a:xfrm>
              <a:off x="12885723" y="1597111"/>
              <a:ext cx="7182951" cy="2223536"/>
            </a:xfrm>
            <a:prstGeom prst="rect">
              <a:avLst/>
            </a:prstGeom>
          </p:spPr>
          <p:txBody>
            <a:bodyPr vert="horz" lIns="91440" tIns="45720" rIns="91440" bIns="45720" rtlCol="0">
              <a:norm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s-ES" sz="2400" dirty="0">
                  <a:solidFill>
                    <a:schemeClr val="tx1">
                      <a:lumMod val="95000"/>
                      <a:lumOff val="5000"/>
                    </a:schemeClr>
                  </a:solidFill>
                  <a:latin typeface="Segoe UI" panose="020B0502040204020203" pitchFamily="34" charset="0"/>
                  <a:cs typeface="Segoe UI" panose="020B0502040204020203" pitchFamily="34" charset="0"/>
                </a:rPr>
                <a:t>The </a:t>
              </a:r>
              <a:r>
                <a:rPr lang="es-ES" sz="2400" b="1" dirty="0" err="1">
                  <a:solidFill>
                    <a:schemeClr val="tx1">
                      <a:lumMod val="95000"/>
                      <a:lumOff val="5000"/>
                    </a:schemeClr>
                  </a:solidFill>
                  <a:latin typeface="Segoe UI" panose="020B0502040204020203" pitchFamily="34" charset="0"/>
                  <a:cs typeface="Segoe UI" panose="020B0502040204020203" pitchFamily="34" charset="0"/>
                </a:rPr>
                <a:t>Capacity</a:t>
              </a:r>
              <a:r>
                <a:rPr lang="es-ES" sz="2400" b="1" dirty="0">
                  <a:solidFill>
                    <a:schemeClr val="tx1">
                      <a:lumMod val="95000"/>
                      <a:lumOff val="5000"/>
                    </a:schemeClr>
                  </a:solidFill>
                  <a:latin typeface="Segoe UI" panose="020B0502040204020203" pitchFamily="34" charset="0"/>
                  <a:cs typeface="Segoe UI" panose="020B0502040204020203" pitchFamily="34" charset="0"/>
                </a:rPr>
                <a:t> Factor </a:t>
              </a:r>
              <a:r>
                <a:rPr lang="es-ES" sz="2400" dirty="0">
                  <a:solidFill>
                    <a:schemeClr val="tx1">
                      <a:lumMod val="95000"/>
                      <a:lumOff val="5000"/>
                    </a:schemeClr>
                  </a:solidFill>
                  <a:latin typeface="Segoe UI" panose="020B0502040204020203" pitchFamily="34" charset="0"/>
                  <a:cs typeface="Segoe UI" panose="020B0502040204020203" pitchFamily="34" charset="0"/>
                </a:rPr>
                <a:t>increases </a:t>
              </a:r>
              <a:r>
                <a:rPr lang="es-ES" sz="2400" dirty="0" err="1">
                  <a:solidFill>
                    <a:schemeClr val="tx1">
                      <a:lumMod val="95000"/>
                      <a:lumOff val="5000"/>
                    </a:schemeClr>
                  </a:solidFill>
                  <a:latin typeface="Segoe UI" panose="020B0502040204020203" pitchFamily="34" charset="0"/>
                  <a:cs typeface="Segoe UI" panose="020B0502040204020203" pitchFamily="34" charset="0"/>
                </a:rPr>
                <a:t>from</a:t>
              </a:r>
              <a:r>
                <a:rPr lang="es-ES" sz="2400" dirty="0">
                  <a:solidFill>
                    <a:schemeClr val="tx1">
                      <a:lumMod val="95000"/>
                      <a:lumOff val="5000"/>
                    </a:schemeClr>
                  </a:solidFill>
                  <a:latin typeface="Segoe UI" panose="020B0502040204020203" pitchFamily="34" charset="0"/>
                  <a:cs typeface="Segoe UI" panose="020B0502040204020203" pitchFamily="34" charset="0"/>
                </a:rPr>
                <a:t> 19.1% </a:t>
              </a:r>
              <a:r>
                <a:rPr lang="es-ES" sz="2400" dirty="0" err="1">
                  <a:solidFill>
                    <a:schemeClr val="tx1">
                      <a:lumMod val="95000"/>
                      <a:lumOff val="5000"/>
                    </a:schemeClr>
                  </a:solidFill>
                  <a:latin typeface="Segoe UI" panose="020B0502040204020203" pitchFamily="34" charset="0"/>
                  <a:cs typeface="Segoe UI" panose="020B0502040204020203" pitchFamily="34" charset="0"/>
                </a:rPr>
                <a:t>to</a:t>
              </a:r>
              <a:r>
                <a:rPr lang="es-ES" sz="2400" dirty="0">
                  <a:solidFill>
                    <a:schemeClr val="tx1">
                      <a:lumMod val="95000"/>
                      <a:lumOff val="5000"/>
                    </a:schemeClr>
                  </a:solidFill>
                  <a:latin typeface="Segoe UI" panose="020B0502040204020203" pitchFamily="34" charset="0"/>
                  <a:cs typeface="Segoe UI" panose="020B0502040204020203" pitchFamily="34" charset="0"/>
                </a:rPr>
                <a:t> 26.6%, with a stable wind resource and similar values across all turbine models in 2025.</a:t>
              </a:r>
            </a:p>
            <a:p>
              <a:pPr>
                <a:spcBef>
                  <a:spcPts val="1200"/>
                </a:spcBef>
              </a:pPr>
              <a:r>
                <a:rPr lang="es-AR" sz="2400" i="1" dirty="0">
                  <a:solidFill>
                    <a:schemeClr val="tx1">
                      <a:lumMod val="95000"/>
                      <a:lumOff val="5000"/>
                    </a:schemeClr>
                  </a:solidFill>
                  <a:latin typeface="Segoe UI" panose="020B0502040204020203" pitchFamily="34" charset="0"/>
                  <a:ea typeface="Segoe UI Emoji" panose="020B0502040204020203" pitchFamily="34" charset="0"/>
                  <a:cs typeface="Segoe UI" panose="020B0502040204020203" pitchFamily="34" charset="0"/>
                </a:rPr>
                <a:t>It exceeded the 25% target in 2025 and can still improve.</a:t>
              </a:r>
              <a:endParaRPr lang="en-US" sz="2400" i="1" dirty="0">
                <a:solidFill>
                  <a:schemeClr val="tx1">
                    <a:lumMod val="95000"/>
                    <a:lumOff val="5000"/>
                  </a:schemeClr>
                </a:solidFill>
                <a:latin typeface="Segoe UI" panose="020B0502040204020203" pitchFamily="34" charset="0"/>
                <a:ea typeface="Segoe UI Emoji" panose="020B0502040204020203" pitchFamily="34" charset="0"/>
                <a:cs typeface="Segoe UI" panose="020B0502040204020203" pitchFamily="34" charset="0"/>
              </a:endParaRPr>
            </a:p>
            <a:p>
              <a:pPr>
                <a:spcBef>
                  <a:spcPts val="1200"/>
                </a:spcBef>
              </a:pPr>
              <a:endParaRPr lang="en-US" sz="2400" i="1" dirty="0">
                <a:solidFill>
                  <a:schemeClr val="tx1">
                    <a:lumMod val="95000"/>
                    <a:lumOff val="5000"/>
                  </a:schemeClr>
                </a:solidFill>
                <a:latin typeface="Segoe UI" panose="020B0502040204020203" pitchFamily="34" charset="0"/>
                <a:ea typeface="Segoe UI Emoji" panose="020B0502040204020203" pitchFamily="34" charset="0"/>
                <a:cs typeface="Segoe UI" panose="020B0502040204020203" pitchFamily="34" charset="0"/>
              </a:endParaRPr>
            </a:p>
          </p:txBody>
        </p:sp>
        <p:sp>
          <p:nvSpPr>
            <p:cNvPr id="73" name="Elipse 72">
              <a:extLst>
                <a:ext uri="{FF2B5EF4-FFF2-40B4-BE49-F238E27FC236}">
                  <a16:creationId xmlns:a16="http://schemas.microsoft.com/office/drawing/2014/main" id="{C03128B1-D76F-20E2-9C47-DB1CCEF252C2}"/>
                </a:ext>
              </a:extLst>
            </p:cNvPr>
            <p:cNvSpPr/>
            <p:nvPr/>
          </p:nvSpPr>
          <p:spPr>
            <a:xfrm>
              <a:off x="19709545" y="894557"/>
              <a:ext cx="892063" cy="895682"/>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3" name="Imagen 12">
            <a:extLst>
              <a:ext uri="{FF2B5EF4-FFF2-40B4-BE49-F238E27FC236}">
                <a16:creationId xmlns:a16="http://schemas.microsoft.com/office/drawing/2014/main" id="{ACAD3C03-6FA6-EF72-C7CB-28531750E70C}"/>
              </a:ext>
            </a:extLst>
          </p:cNvPr>
          <p:cNvPicPr>
            <a:picLocks noChangeAspect="1"/>
          </p:cNvPicPr>
          <p:nvPr/>
        </p:nvPicPr>
        <p:blipFill>
          <a:blip r:embed="rId5"/>
          <a:stretch>
            <a:fillRect/>
          </a:stretch>
        </p:blipFill>
        <p:spPr>
          <a:xfrm>
            <a:off x="3919031" y="8135582"/>
            <a:ext cx="6284123" cy="3288515"/>
          </a:xfrm>
          <a:prstGeom prst="rect">
            <a:avLst/>
          </a:prstGeom>
          <a:ln>
            <a:solidFill>
              <a:schemeClr val="tx2">
                <a:lumMod val="60000"/>
                <a:lumOff val="40000"/>
              </a:schemeClr>
            </a:solidFill>
          </a:ln>
        </p:spPr>
      </p:pic>
      <p:grpSp>
        <p:nvGrpSpPr>
          <p:cNvPr id="79" name="Grupo 78">
            <a:extLst>
              <a:ext uri="{FF2B5EF4-FFF2-40B4-BE49-F238E27FC236}">
                <a16:creationId xmlns:a16="http://schemas.microsoft.com/office/drawing/2014/main" id="{D99B4799-6BCF-563B-EAEA-38CB9A22F8EA}"/>
              </a:ext>
            </a:extLst>
          </p:cNvPr>
          <p:cNvGrpSpPr/>
          <p:nvPr/>
        </p:nvGrpSpPr>
        <p:grpSpPr>
          <a:xfrm>
            <a:off x="10092024" y="7877073"/>
            <a:ext cx="10509584" cy="2924128"/>
            <a:chOff x="10092024" y="7877073"/>
            <a:chExt cx="10509584" cy="2924128"/>
          </a:xfrm>
        </p:grpSpPr>
        <p:grpSp>
          <p:nvGrpSpPr>
            <p:cNvPr id="35" name="Grupo 34">
              <a:extLst>
                <a:ext uri="{FF2B5EF4-FFF2-40B4-BE49-F238E27FC236}">
                  <a16:creationId xmlns:a16="http://schemas.microsoft.com/office/drawing/2014/main" id="{22BE86C8-A53C-15CC-B0C8-F1CA94E03F68}"/>
                </a:ext>
              </a:extLst>
            </p:cNvPr>
            <p:cNvGrpSpPr/>
            <p:nvPr/>
          </p:nvGrpSpPr>
          <p:grpSpPr>
            <a:xfrm>
              <a:off x="10092024" y="9459032"/>
              <a:ext cx="2276794" cy="736347"/>
              <a:chOff x="10022343" y="9523200"/>
              <a:chExt cx="2276794" cy="736347"/>
            </a:xfrm>
          </p:grpSpPr>
          <p:sp>
            <p:nvSpPr>
              <p:cNvPr id="24" name="Elipse 23">
                <a:extLst>
                  <a:ext uri="{FF2B5EF4-FFF2-40B4-BE49-F238E27FC236}">
                    <a16:creationId xmlns:a16="http://schemas.microsoft.com/office/drawing/2014/main" id="{52920F3C-967D-8D05-F81D-B4879DDFD931}"/>
                  </a:ext>
                </a:extLst>
              </p:cNvPr>
              <p:cNvSpPr/>
              <p:nvPr/>
            </p:nvSpPr>
            <p:spPr>
              <a:xfrm>
                <a:off x="10022343" y="9983102"/>
                <a:ext cx="313244" cy="276445"/>
              </a:xfrm>
              <a:prstGeom prst="ellipse">
                <a:avLst/>
              </a:prstGeom>
              <a:solidFill>
                <a:schemeClr val="tx1">
                  <a:lumMod val="65000"/>
                  <a:lumOff val="35000"/>
                </a:schemeClr>
              </a:solidFill>
              <a:ln>
                <a:solidFill>
                  <a:schemeClr val="tx1">
                    <a:lumMod val="65000"/>
                    <a:lumOff val="3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33" name="Conector: angular 32">
                <a:extLst>
                  <a:ext uri="{FF2B5EF4-FFF2-40B4-BE49-F238E27FC236}">
                    <a16:creationId xmlns:a16="http://schemas.microsoft.com/office/drawing/2014/main" id="{E4870BD0-24DF-4E48-C534-0C77A4F75C38}"/>
                  </a:ext>
                </a:extLst>
              </p:cNvPr>
              <p:cNvCxnSpPr>
                <a:cxnSpLocks/>
              </p:cNvCxnSpPr>
              <p:nvPr/>
            </p:nvCxnSpPr>
            <p:spPr>
              <a:xfrm flipV="1">
                <a:off x="10196500" y="9523200"/>
                <a:ext cx="2102637" cy="611305"/>
              </a:xfrm>
              <a:prstGeom prst="bentConnector3">
                <a:avLst/>
              </a:prstGeom>
              <a:ln w="57150">
                <a:solidFill>
                  <a:schemeClr val="tx1">
                    <a:lumMod val="65000"/>
                    <a:lumOff val="35000"/>
                  </a:schemeClr>
                </a:solidFill>
                <a:prstDash val="dash"/>
                <a:tailEnd type="triangle"/>
              </a:ln>
            </p:spPr>
            <p:style>
              <a:lnRef idx="1">
                <a:schemeClr val="dk1"/>
              </a:lnRef>
              <a:fillRef idx="0">
                <a:schemeClr val="dk1"/>
              </a:fillRef>
              <a:effectRef idx="0">
                <a:schemeClr val="dk1"/>
              </a:effectRef>
              <a:fontRef idx="minor">
                <a:schemeClr val="tx1"/>
              </a:fontRef>
            </p:style>
          </p:cxnSp>
        </p:grpSp>
        <p:sp>
          <p:nvSpPr>
            <p:cNvPr id="70" name="Rectángulo: esquinas diagonales redondeadas 69">
              <a:extLst>
                <a:ext uri="{FF2B5EF4-FFF2-40B4-BE49-F238E27FC236}">
                  <a16:creationId xmlns:a16="http://schemas.microsoft.com/office/drawing/2014/main" id="{4DF1DEDE-E0BE-3E77-2BC6-5872360C6E44}"/>
                </a:ext>
              </a:extLst>
            </p:cNvPr>
            <p:cNvSpPr>
              <a:spLocks/>
            </p:cNvSpPr>
            <p:nvPr/>
          </p:nvSpPr>
          <p:spPr>
            <a:xfrm>
              <a:off x="12426265" y="8167350"/>
              <a:ext cx="7706173" cy="2223536"/>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Text Placeholder 4">
              <a:extLst>
                <a:ext uri="{FF2B5EF4-FFF2-40B4-BE49-F238E27FC236}">
                  <a16:creationId xmlns:a16="http://schemas.microsoft.com/office/drawing/2014/main" id="{C6CCD252-51F4-5792-2CD0-3B2943679F4E}"/>
                </a:ext>
              </a:extLst>
            </p:cNvPr>
            <p:cNvSpPr txBox="1">
              <a:spLocks/>
            </p:cNvSpPr>
            <p:nvPr/>
          </p:nvSpPr>
          <p:spPr>
            <a:xfrm>
              <a:off x="12873490" y="8577665"/>
              <a:ext cx="7052448" cy="2223536"/>
            </a:xfrm>
            <a:prstGeom prst="rect">
              <a:avLst/>
            </a:prstGeom>
          </p:spPr>
          <p:txBody>
            <a:bodyPr vert="horz" lIns="91440" tIns="45720" rIns="91440" bIns="45720" rtlCol="0">
              <a:norm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s-ES" sz="2400" dirty="0">
                  <a:solidFill>
                    <a:schemeClr val="tx1">
                      <a:lumMod val="95000"/>
                      <a:lumOff val="5000"/>
                    </a:schemeClr>
                  </a:solidFill>
                  <a:latin typeface="Segoe UI" panose="020B0502040204020203" pitchFamily="34" charset="0"/>
                  <a:cs typeface="Segoe UI" panose="020B0502040204020203" pitchFamily="34" charset="0"/>
                </a:rPr>
                <a:t>The </a:t>
              </a:r>
              <a:r>
                <a:rPr lang="es-ES" sz="2400" b="1" dirty="0">
                  <a:solidFill>
                    <a:schemeClr val="tx1">
                      <a:lumMod val="95000"/>
                      <a:lumOff val="5000"/>
                    </a:schemeClr>
                  </a:solidFill>
                  <a:latin typeface="Segoe UI" panose="020B0502040204020203" pitchFamily="34" charset="0"/>
                  <a:cs typeface="Segoe UI" panose="020B0502040204020203" pitchFamily="34" charset="0"/>
                </a:rPr>
                <a:t>Performance</a:t>
              </a:r>
              <a:r>
                <a:rPr lang="es-ES" sz="2400" dirty="0">
                  <a:solidFill>
                    <a:schemeClr val="tx1">
                      <a:lumMod val="95000"/>
                      <a:lumOff val="5000"/>
                    </a:schemeClr>
                  </a:solidFill>
                  <a:latin typeface="Segoe UI" panose="020B0502040204020203" pitchFamily="34" charset="0"/>
                  <a:cs typeface="Segoe UI" panose="020B0502040204020203" pitchFamily="34" charset="0"/>
                </a:rPr>
                <a:t> remains stable at acceptable values close to 65%.</a:t>
              </a:r>
            </a:p>
            <a:p>
              <a:pPr>
                <a:spcBef>
                  <a:spcPts val="1200"/>
                </a:spcBef>
              </a:pPr>
              <a:r>
                <a:rPr lang="es-ES" sz="2400" i="1" dirty="0">
                  <a:solidFill>
                    <a:schemeClr val="tx1">
                      <a:lumMod val="95000"/>
                      <a:lumOff val="5000"/>
                    </a:schemeClr>
                  </a:solidFill>
                  <a:latin typeface="Segoe UI" panose="020B0502040204020203" pitchFamily="34" charset="0"/>
                  <a:ea typeface="Segoe UI Emoji" panose="020B0502040204020203" pitchFamily="34" charset="0"/>
                  <a:cs typeface="Segoe UI" panose="020B0502040204020203" pitchFamily="34" charset="0"/>
                </a:rPr>
                <a:t>The goal is to bring it to optimal values of 80%.</a:t>
              </a:r>
              <a:endParaRPr lang="en-US" sz="2400" i="1" dirty="0">
                <a:solidFill>
                  <a:schemeClr val="tx1">
                    <a:lumMod val="95000"/>
                    <a:lumOff val="5000"/>
                  </a:schemeClr>
                </a:solidFill>
                <a:latin typeface="Segoe UI" panose="020B0502040204020203" pitchFamily="34" charset="0"/>
                <a:ea typeface="Segoe UI Emoji" panose="020B0502040204020203" pitchFamily="34" charset="0"/>
                <a:cs typeface="Segoe UI" panose="020B0502040204020203" pitchFamily="34" charset="0"/>
              </a:endParaRPr>
            </a:p>
          </p:txBody>
        </p:sp>
        <p:sp>
          <p:nvSpPr>
            <p:cNvPr id="76" name="Elipse 75">
              <a:extLst>
                <a:ext uri="{FF2B5EF4-FFF2-40B4-BE49-F238E27FC236}">
                  <a16:creationId xmlns:a16="http://schemas.microsoft.com/office/drawing/2014/main" id="{D0BB2635-0C3E-B6F1-C7BE-B37B7E71B54C}"/>
                </a:ext>
              </a:extLst>
            </p:cNvPr>
            <p:cNvSpPr/>
            <p:nvPr/>
          </p:nvSpPr>
          <p:spPr>
            <a:xfrm>
              <a:off x="19709545" y="7877073"/>
              <a:ext cx="892063" cy="895682"/>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6" name="Imagen 15">
            <a:extLst>
              <a:ext uri="{FF2B5EF4-FFF2-40B4-BE49-F238E27FC236}">
                <a16:creationId xmlns:a16="http://schemas.microsoft.com/office/drawing/2014/main" id="{E305F95A-F00D-2158-BF17-3477787E4B74}"/>
              </a:ext>
            </a:extLst>
          </p:cNvPr>
          <p:cNvPicPr>
            <a:picLocks noChangeAspect="1"/>
          </p:cNvPicPr>
          <p:nvPr/>
        </p:nvPicPr>
        <p:blipFill>
          <a:blip r:embed="rId6"/>
          <a:stretch>
            <a:fillRect/>
          </a:stretch>
        </p:blipFill>
        <p:spPr>
          <a:xfrm>
            <a:off x="3919031" y="4676611"/>
            <a:ext cx="6284123" cy="3254513"/>
          </a:xfrm>
          <a:prstGeom prst="rect">
            <a:avLst/>
          </a:prstGeom>
          <a:ln>
            <a:solidFill>
              <a:schemeClr val="tx2">
                <a:lumMod val="60000"/>
                <a:lumOff val="40000"/>
              </a:schemeClr>
            </a:solidFill>
          </a:ln>
        </p:spPr>
      </p:pic>
      <p:grpSp>
        <p:nvGrpSpPr>
          <p:cNvPr id="78" name="Grupo 77">
            <a:extLst>
              <a:ext uri="{FF2B5EF4-FFF2-40B4-BE49-F238E27FC236}">
                <a16:creationId xmlns:a16="http://schemas.microsoft.com/office/drawing/2014/main" id="{6562337B-75C3-3F20-5503-55F2023158D6}"/>
              </a:ext>
            </a:extLst>
          </p:cNvPr>
          <p:cNvGrpSpPr/>
          <p:nvPr/>
        </p:nvGrpSpPr>
        <p:grpSpPr>
          <a:xfrm>
            <a:off x="10092024" y="4579083"/>
            <a:ext cx="10509584" cy="2911433"/>
            <a:chOff x="10092024" y="4579083"/>
            <a:chExt cx="10509584" cy="2911433"/>
          </a:xfrm>
        </p:grpSpPr>
        <p:grpSp>
          <p:nvGrpSpPr>
            <p:cNvPr id="57" name="Grupo 56">
              <a:extLst>
                <a:ext uri="{FF2B5EF4-FFF2-40B4-BE49-F238E27FC236}">
                  <a16:creationId xmlns:a16="http://schemas.microsoft.com/office/drawing/2014/main" id="{743EB935-75C6-3A58-BB9A-D45FEC727A67}"/>
                </a:ext>
              </a:extLst>
            </p:cNvPr>
            <p:cNvGrpSpPr/>
            <p:nvPr/>
          </p:nvGrpSpPr>
          <p:grpSpPr>
            <a:xfrm>
              <a:off x="10092024" y="5966361"/>
              <a:ext cx="2276794" cy="736347"/>
              <a:chOff x="10022343" y="9523200"/>
              <a:chExt cx="2276794" cy="736347"/>
            </a:xfrm>
          </p:grpSpPr>
          <p:sp>
            <p:nvSpPr>
              <p:cNvPr id="58" name="Elipse 57">
                <a:extLst>
                  <a:ext uri="{FF2B5EF4-FFF2-40B4-BE49-F238E27FC236}">
                    <a16:creationId xmlns:a16="http://schemas.microsoft.com/office/drawing/2014/main" id="{1C65912E-44F6-ADF8-AE87-F6256EC0BF57}"/>
                  </a:ext>
                </a:extLst>
              </p:cNvPr>
              <p:cNvSpPr/>
              <p:nvPr/>
            </p:nvSpPr>
            <p:spPr>
              <a:xfrm>
                <a:off x="10022343" y="9983102"/>
                <a:ext cx="313244" cy="276445"/>
              </a:xfrm>
              <a:prstGeom prst="ellipse">
                <a:avLst/>
              </a:prstGeom>
              <a:solidFill>
                <a:schemeClr val="tx1">
                  <a:lumMod val="65000"/>
                  <a:lumOff val="35000"/>
                </a:schemeClr>
              </a:solidFill>
              <a:ln>
                <a:solidFill>
                  <a:schemeClr val="tx1">
                    <a:lumMod val="65000"/>
                    <a:lumOff val="3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59" name="Conector: angular 58">
                <a:extLst>
                  <a:ext uri="{FF2B5EF4-FFF2-40B4-BE49-F238E27FC236}">
                    <a16:creationId xmlns:a16="http://schemas.microsoft.com/office/drawing/2014/main" id="{63BD49F4-FA4E-A57C-863C-E40AFEFF8AC7}"/>
                  </a:ext>
                </a:extLst>
              </p:cNvPr>
              <p:cNvCxnSpPr>
                <a:cxnSpLocks/>
              </p:cNvCxnSpPr>
              <p:nvPr/>
            </p:nvCxnSpPr>
            <p:spPr>
              <a:xfrm flipV="1">
                <a:off x="10196500" y="9523200"/>
                <a:ext cx="2102637" cy="611305"/>
              </a:xfrm>
              <a:prstGeom prst="bentConnector3">
                <a:avLst/>
              </a:prstGeom>
              <a:ln w="57150">
                <a:solidFill>
                  <a:schemeClr val="tx1">
                    <a:lumMod val="65000"/>
                    <a:lumOff val="35000"/>
                  </a:schemeClr>
                </a:solidFill>
                <a:prstDash val="dash"/>
                <a:tailEnd type="triangle"/>
              </a:ln>
            </p:spPr>
            <p:style>
              <a:lnRef idx="1">
                <a:schemeClr val="dk1"/>
              </a:lnRef>
              <a:fillRef idx="0">
                <a:schemeClr val="dk1"/>
              </a:fillRef>
              <a:effectRef idx="0">
                <a:schemeClr val="dk1"/>
              </a:effectRef>
              <a:fontRef idx="minor">
                <a:schemeClr val="tx1"/>
              </a:fontRef>
            </p:style>
          </p:cxnSp>
        </p:grpSp>
        <p:sp>
          <p:nvSpPr>
            <p:cNvPr id="66" name="Rectángulo: esquinas diagonales redondeadas 65">
              <a:extLst>
                <a:ext uri="{FF2B5EF4-FFF2-40B4-BE49-F238E27FC236}">
                  <a16:creationId xmlns:a16="http://schemas.microsoft.com/office/drawing/2014/main" id="{68DEDC96-1CC7-DF13-50CD-7F2BCFF72D0B}"/>
                </a:ext>
              </a:extLst>
            </p:cNvPr>
            <p:cNvSpPr>
              <a:spLocks/>
            </p:cNvSpPr>
            <p:nvPr/>
          </p:nvSpPr>
          <p:spPr>
            <a:xfrm>
              <a:off x="12438499" y="4856665"/>
              <a:ext cx="7706173" cy="2223536"/>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Text Placeholder 4">
              <a:extLst>
                <a:ext uri="{FF2B5EF4-FFF2-40B4-BE49-F238E27FC236}">
                  <a16:creationId xmlns:a16="http://schemas.microsoft.com/office/drawing/2014/main" id="{E108E5B8-2295-9F48-5B50-FA0285571543}"/>
                </a:ext>
              </a:extLst>
            </p:cNvPr>
            <p:cNvSpPr txBox="1">
              <a:spLocks/>
            </p:cNvSpPr>
            <p:nvPr/>
          </p:nvSpPr>
          <p:spPr>
            <a:xfrm>
              <a:off x="12885723" y="5266980"/>
              <a:ext cx="7182951" cy="2223536"/>
            </a:xfrm>
            <a:prstGeom prst="rect">
              <a:avLst/>
            </a:prstGeom>
          </p:spPr>
          <p:txBody>
            <a:bodyPr vert="horz" lIns="91440" tIns="45720" rIns="91440" bIns="45720" rtlCol="0">
              <a:norm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s-ES" sz="2400" b="1" dirty="0" err="1">
                  <a:solidFill>
                    <a:schemeClr val="tx1">
                      <a:lumMod val="95000"/>
                      <a:lumOff val="5000"/>
                    </a:schemeClr>
                  </a:solidFill>
                  <a:latin typeface="Segoe UI" panose="020B0502040204020203" pitchFamily="34" charset="0"/>
                  <a:cs typeface="Segoe UI" panose="020B0502040204020203" pitchFamily="34" charset="0"/>
                </a:rPr>
                <a:t>Availability</a:t>
              </a:r>
              <a:r>
                <a:rPr lang="es-ES" sz="2400" dirty="0">
                  <a:solidFill>
                    <a:schemeClr val="tx1">
                      <a:lumMod val="95000"/>
                      <a:lumOff val="5000"/>
                    </a:schemeClr>
                  </a:solidFill>
                  <a:latin typeface="Segoe UI" panose="020B0502040204020203" pitchFamily="34" charset="0"/>
                  <a:cs typeface="Segoe UI" panose="020B0502040204020203" pitchFamily="34" charset="0"/>
                </a:rPr>
                <a:t> remains at high levels close to 90% year after year.</a:t>
              </a:r>
            </a:p>
            <a:p>
              <a:pPr>
                <a:spcBef>
                  <a:spcPts val="1200"/>
                </a:spcBef>
              </a:pPr>
              <a:r>
                <a:rPr lang="es-ES" sz="2400" i="1" dirty="0">
                  <a:solidFill>
                    <a:schemeClr val="tx1">
                      <a:lumMod val="95000"/>
                      <a:lumOff val="5000"/>
                    </a:schemeClr>
                  </a:solidFill>
                  <a:latin typeface="Segoe UI" panose="020B0502040204020203" pitchFamily="34" charset="0"/>
                  <a:ea typeface="Segoe UI Emoji" panose="020B0502040204020203" pitchFamily="34" charset="0"/>
                  <a:cs typeface="Segoe UI" panose="020B0502040204020203" pitchFamily="34" charset="0"/>
                </a:rPr>
                <a:t>A more challenging target </a:t>
              </a:r>
              <a:r>
                <a:rPr lang="es-ES" sz="2400" i="1" dirty="0" err="1">
                  <a:solidFill>
                    <a:schemeClr val="tx1">
                      <a:lumMod val="95000"/>
                      <a:lumOff val="5000"/>
                    </a:schemeClr>
                  </a:solidFill>
                  <a:latin typeface="Segoe UI" panose="020B0502040204020203" pitchFamily="34" charset="0"/>
                  <a:ea typeface="Segoe UI Emoji" panose="020B0502040204020203" pitchFamily="34" charset="0"/>
                  <a:cs typeface="Segoe UI" panose="020B0502040204020203" pitchFamily="34" charset="0"/>
                </a:rPr>
                <a:t>of</a:t>
              </a:r>
              <a:r>
                <a:rPr lang="es-ES" sz="2400" i="1" dirty="0">
                  <a:solidFill>
                    <a:schemeClr val="tx1">
                      <a:lumMod val="95000"/>
                      <a:lumOff val="5000"/>
                    </a:schemeClr>
                  </a:solidFill>
                  <a:latin typeface="Segoe UI" panose="020B0502040204020203" pitchFamily="34" charset="0"/>
                  <a:ea typeface="Segoe UI Emoji" panose="020B0502040204020203" pitchFamily="34" charset="0"/>
                  <a:cs typeface="Segoe UI" panose="020B0502040204020203" pitchFamily="34" charset="0"/>
                </a:rPr>
                <a:t> 95% has been set. </a:t>
              </a:r>
              <a:endParaRPr lang="en-US" sz="2400" i="1" dirty="0">
                <a:solidFill>
                  <a:schemeClr val="tx1">
                    <a:lumMod val="95000"/>
                    <a:lumOff val="5000"/>
                  </a:schemeClr>
                </a:solidFill>
                <a:latin typeface="Segoe UI" panose="020B0502040204020203" pitchFamily="34" charset="0"/>
                <a:ea typeface="Segoe UI Emoji" panose="020B0502040204020203" pitchFamily="34" charset="0"/>
                <a:cs typeface="Segoe UI" panose="020B0502040204020203" pitchFamily="34" charset="0"/>
              </a:endParaRPr>
            </a:p>
          </p:txBody>
        </p:sp>
        <p:sp>
          <p:nvSpPr>
            <p:cNvPr id="74" name="Elipse 73">
              <a:extLst>
                <a:ext uri="{FF2B5EF4-FFF2-40B4-BE49-F238E27FC236}">
                  <a16:creationId xmlns:a16="http://schemas.microsoft.com/office/drawing/2014/main" id="{5324FF1D-1296-A403-90EE-5F7C6CAB2051}"/>
                </a:ext>
              </a:extLst>
            </p:cNvPr>
            <p:cNvSpPr/>
            <p:nvPr/>
          </p:nvSpPr>
          <p:spPr>
            <a:xfrm>
              <a:off x="19709545" y="4579083"/>
              <a:ext cx="892063" cy="89568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95035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5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8"/>
                                        </p:tgtEl>
                                        <p:attrNameLst>
                                          <p:attrName>style.visibility</p:attrName>
                                        </p:attrNameLst>
                                      </p:cBhvr>
                                      <p:to>
                                        <p:strVal val="visible"/>
                                      </p:to>
                                    </p:set>
                                    <p:animEffect transition="in" filter="fade">
                                      <p:cBhvr>
                                        <p:cTn id="12" dur="500"/>
                                        <p:tgtEl>
                                          <p:spTgt spid="7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9"/>
                                        </p:tgtEl>
                                        <p:attrNameLst>
                                          <p:attrName>style.visibility</p:attrName>
                                        </p:attrNameLst>
                                      </p:cBhvr>
                                      <p:to>
                                        <p:strVal val="visible"/>
                                      </p:to>
                                    </p:set>
                                    <p:animEffect transition="in" filter="fade">
                                      <p:cBhvr>
                                        <p:cTn id="17"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7ABC5-96FF-E5F6-0767-D1D886DB300D}"/>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44F9FA17-0AFE-326B-FAA7-14F6EF631677}"/>
              </a:ext>
            </a:extLst>
          </p:cNvPr>
          <p:cNvSpPr/>
          <p:nvPr/>
        </p:nvSpPr>
        <p:spPr>
          <a:xfrm>
            <a:off x="-1" y="-32657"/>
            <a:ext cx="24382413" cy="276445"/>
          </a:xfrm>
          <a:prstGeom prst="rect">
            <a:avLst/>
          </a:prstGeom>
          <a:solidFill>
            <a:srgbClr val="83E2F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sp>
        <p:nvSpPr>
          <p:cNvPr id="4" name="Rectangle 6">
            <a:extLst>
              <a:ext uri="{FF2B5EF4-FFF2-40B4-BE49-F238E27FC236}">
                <a16:creationId xmlns:a16="http://schemas.microsoft.com/office/drawing/2014/main" id="{D6EE9AC3-D6DC-C1A5-B399-56315274EA4E}"/>
              </a:ext>
            </a:extLst>
          </p:cNvPr>
          <p:cNvSpPr/>
          <p:nvPr/>
        </p:nvSpPr>
        <p:spPr>
          <a:xfrm>
            <a:off x="0" y="12310231"/>
            <a:ext cx="24382413" cy="1405770"/>
          </a:xfrm>
          <a:prstGeom prst="rect">
            <a:avLst/>
          </a:prstGeom>
          <a:solidFill>
            <a:srgbClr val="74ADF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pic>
        <p:nvPicPr>
          <p:cNvPr id="5" name="Imagen 4" descr="Icono  El contenido generado por IA puede ser incorrecto.">
            <a:extLst>
              <a:ext uri="{FF2B5EF4-FFF2-40B4-BE49-F238E27FC236}">
                <a16:creationId xmlns:a16="http://schemas.microsoft.com/office/drawing/2014/main" id="{0A82D416-1EDF-AFAD-A5BC-E20EDEB50B83}"/>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3149564" y="12427151"/>
            <a:ext cx="979800" cy="979800"/>
          </a:xfrm>
          <a:prstGeom prst="rect">
            <a:avLst/>
          </a:prstGeom>
        </p:spPr>
      </p:pic>
      <p:sp>
        <p:nvSpPr>
          <p:cNvPr id="6" name="Title 3">
            <a:extLst>
              <a:ext uri="{FF2B5EF4-FFF2-40B4-BE49-F238E27FC236}">
                <a16:creationId xmlns:a16="http://schemas.microsoft.com/office/drawing/2014/main" id="{D866F374-DD7D-5B74-FCC9-144EC3D328F5}"/>
              </a:ext>
            </a:extLst>
          </p:cNvPr>
          <p:cNvSpPr txBox="1">
            <a:spLocks/>
          </p:cNvSpPr>
          <p:nvPr/>
        </p:nvSpPr>
        <p:spPr>
          <a:xfrm>
            <a:off x="459552" y="12503351"/>
            <a:ext cx="19047648" cy="1292659"/>
          </a:xfrm>
          <a:prstGeom prst="rect">
            <a:avLst/>
          </a:prstGeom>
        </p:spPr>
        <p:txBody>
          <a:bodyPr/>
          <a:lstStyle>
            <a:lvl1pPr algn="l" defTabSz="1828709" rtl="0" eaLnBrk="1" latinLnBrk="0" hangingPunct="1">
              <a:lnSpc>
                <a:spcPct val="97000"/>
              </a:lnSpc>
              <a:spcBef>
                <a:spcPct val="0"/>
              </a:spcBef>
              <a:buNone/>
              <a:defRPr sz="4800" b="0" i="0" kern="1200" cap="all" spc="-50" baseline="0">
                <a:solidFill>
                  <a:schemeClr val="tx1"/>
                </a:solidFill>
                <a:latin typeface="+mj-lt"/>
                <a:ea typeface="+mj-ea"/>
                <a:cs typeface="Toyota Type" panose="020B0502020202020204" pitchFamily="34" charset="0"/>
              </a:defRPr>
            </a:lvl1pPr>
          </a:lstStyle>
          <a:p>
            <a:r>
              <a:rPr lang="en-GB" spc="600" dirty="0">
                <a:solidFill>
                  <a:srgbClr val="FFFFFF"/>
                </a:solidFill>
                <a:latin typeface="Segoe UI Variable Small Semibol" pitchFamily="2" charset="0"/>
                <a:ea typeface="Segoe UI Emoji" panose="020B0502040204020203" pitchFamily="34" charset="0"/>
                <a:cs typeface="Toyota Type Semibold" panose="020B0702020202020204" pitchFamily="34" charset="0"/>
              </a:rPr>
              <a:t>|| 6. EXPLORATORY ANALYSIS</a:t>
            </a:r>
          </a:p>
        </p:txBody>
      </p:sp>
      <p:sp>
        <p:nvSpPr>
          <p:cNvPr id="8" name="Rectángulo: esquinas diagonales redondeadas 7">
            <a:extLst>
              <a:ext uri="{FF2B5EF4-FFF2-40B4-BE49-F238E27FC236}">
                <a16:creationId xmlns:a16="http://schemas.microsoft.com/office/drawing/2014/main" id="{E7F18C9C-8509-DC43-1BAC-D3E2D253B4CF}"/>
              </a:ext>
            </a:extLst>
          </p:cNvPr>
          <p:cNvSpPr>
            <a:spLocks noGrp="1" noRot="1" noMove="1" noResize="1" noEditPoints="1" noAdjustHandles="1" noChangeArrowheads="1" noChangeShapeType="1"/>
          </p:cNvSpPr>
          <p:nvPr/>
        </p:nvSpPr>
        <p:spPr>
          <a:xfrm>
            <a:off x="1332150" y="243788"/>
            <a:ext cx="21865591" cy="12066443"/>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CuadroTexto 27">
            <a:extLst>
              <a:ext uri="{FF2B5EF4-FFF2-40B4-BE49-F238E27FC236}">
                <a16:creationId xmlns:a16="http://schemas.microsoft.com/office/drawing/2014/main" id="{0AB70251-49FA-653E-B4E9-9E639ECE4CA3}"/>
              </a:ext>
            </a:extLst>
          </p:cNvPr>
          <p:cNvSpPr txBox="1"/>
          <p:nvPr/>
        </p:nvSpPr>
        <p:spPr>
          <a:xfrm>
            <a:off x="4564233" y="548100"/>
            <a:ext cx="17783967" cy="830997"/>
          </a:xfrm>
          <a:prstGeom prst="rect">
            <a:avLst/>
          </a:prstGeom>
          <a:noFill/>
        </p:spPr>
        <p:txBody>
          <a:bodyPr wrap="square" rtlCol="0">
            <a:spAutoFit/>
          </a:bodyPr>
          <a:lstStyle/>
          <a:p>
            <a:r>
              <a:rPr lang="es-AR" sz="4800" b="1" spc="600" dirty="0">
                <a:solidFill>
                  <a:schemeClr val="tx2"/>
                </a:solidFill>
                <a:latin typeface="Segoe UI Variable Display Light" pitchFamily="2" charset="0"/>
              </a:rPr>
              <a:t>Turbine Performance Identification</a:t>
            </a:r>
            <a:endParaRPr lang="en-US" sz="4800" b="1" spc="600" dirty="0">
              <a:solidFill>
                <a:schemeClr val="tx2"/>
              </a:solidFill>
              <a:latin typeface="Segoe UI Variable Display Light" pitchFamily="2" charset="0"/>
            </a:endParaRPr>
          </a:p>
        </p:txBody>
      </p:sp>
      <p:sp>
        <p:nvSpPr>
          <p:cNvPr id="29" name="Flecha: cheurón 28">
            <a:extLst>
              <a:ext uri="{FF2B5EF4-FFF2-40B4-BE49-F238E27FC236}">
                <a16:creationId xmlns:a16="http://schemas.microsoft.com/office/drawing/2014/main" id="{9414959D-E17D-D8D3-B3F7-07A6F69F1755}"/>
              </a:ext>
            </a:extLst>
          </p:cNvPr>
          <p:cNvSpPr/>
          <p:nvPr/>
        </p:nvSpPr>
        <p:spPr>
          <a:xfrm>
            <a:off x="2621277" y="546902"/>
            <a:ext cx="876300" cy="799587"/>
          </a:xfrm>
          <a:prstGeom prst="chevron">
            <a:avLst/>
          </a:prstGeom>
          <a:gradFill>
            <a:gsLst>
              <a:gs pos="0">
                <a:srgbClr val="74ADFA"/>
              </a:gs>
              <a:gs pos="100000">
                <a:srgbClr val="4FD1FF"/>
              </a:gs>
            </a:gsLst>
            <a:lin ang="5400000" scaled="1"/>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0" name="Flecha: cheurón 29">
            <a:extLst>
              <a:ext uri="{FF2B5EF4-FFF2-40B4-BE49-F238E27FC236}">
                <a16:creationId xmlns:a16="http://schemas.microsoft.com/office/drawing/2014/main" id="{02E75FD2-C565-06E3-CD17-5F3B9DE8D242}"/>
              </a:ext>
            </a:extLst>
          </p:cNvPr>
          <p:cNvSpPr/>
          <p:nvPr/>
        </p:nvSpPr>
        <p:spPr>
          <a:xfrm>
            <a:off x="3331059" y="546902"/>
            <a:ext cx="876300" cy="799587"/>
          </a:xfrm>
          <a:prstGeom prst="chevron">
            <a:avLst/>
          </a:prstGeom>
          <a:gradFill>
            <a:gsLst>
              <a:gs pos="0">
                <a:srgbClr val="74ADFA"/>
              </a:gs>
              <a:gs pos="100000">
                <a:srgbClr val="4FD1FF"/>
              </a:gs>
            </a:gsLst>
            <a:lin ang="5400000" scaled="1"/>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9" name="Imagen 8">
            <a:extLst>
              <a:ext uri="{FF2B5EF4-FFF2-40B4-BE49-F238E27FC236}">
                <a16:creationId xmlns:a16="http://schemas.microsoft.com/office/drawing/2014/main" id="{080DB777-BF13-D334-67A0-0247E00501F7}"/>
              </a:ext>
            </a:extLst>
          </p:cNvPr>
          <p:cNvPicPr>
            <a:picLocks noChangeAspect="1"/>
          </p:cNvPicPr>
          <p:nvPr/>
        </p:nvPicPr>
        <p:blipFill>
          <a:blip r:embed="rId4"/>
          <a:srcRect l="896" t="616" r="269" b="939"/>
          <a:stretch>
            <a:fillRect/>
          </a:stretch>
        </p:blipFill>
        <p:spPr>
          <a:xfrm>
            <a:off x="3165260" y="1992918"/>
            <a:ext cx="8058020" cy="5144701"/>
          </a:xfrm>
          <a:prstGeom prst="rect">
            <a:avLst/>
          </a:prstGeom>
          <a:ln>
            <a:solidFill>
              <a:schemeClr val="tx2">
                <a:lumMod val="60000"/>
                <a:lumOff val="40000"/>
              </a:schemeClr>
            </a:solidFill>
          </a:ln>
        </p:spPr>
      </p:pic>
      <p:grpSp>
        <p:nvGrpSpPr>
          <p:cNvPr id="90" name="Grupo 89">
            <a:extLst>
              <a:ext uri="{FF2B5EF4-FFF2-40B4-BE49-F238E27FC236}">
                <a16:creationId xmlns:a16="http://schemas.microsoft.com/office/drawing/2014/main" id="{C072F472-53EF-7942-722E-0F30901A1783}"/>
              </a:ext>
            </a:extLst>
          </p:cNvPr>
          <p:cNvGrpSpPr/>
          <p:nvPr/>
        </p:nvGrpSpPr>
        <p:grpSpPr>
          <a:xfrm>
            <a:off x="10515948" y="1583895"/>
            <a:ext cx="12128816" cy="3584377"/>
            <a:chOff x="10587664" y="1727329"/>
            <a:chExt cx="12128816" cy="3584377"/>
          </a:xfrm>
        </p:grpSpPr>
        <p:grpSp>
          <p:nvGrpSpPr>
            <p:cNvPr id="89" name="Grupo 88">
              <a:extLst>
                <a:ext uri="{FF2B5EF4-FFF2-40B4-BE49-F238E27FC236}">
                  <a16:creationId xmlns:a16="http://schemas.microsoft.com/office/drawing/2014/main" id="{B98BFA85-3ECB-13A6-EC38-C1FCB4ECACAA}"/>
                </a:ext>
              </a:extLst>
            </p:cNvPr>
            <p:cNvGrpSpPr/>
            <p:nvPr/>
          </p:nvGrpSpPr>
          <p:grpSpPr>
            <a:xfrm>
              <a:off x="12783047" y="1727329"/>
              <a:ext cx="9933433" cy="3584377"/>
              <a:chOff x="12783047" y="1727329"/>
              <a:chExt cx="9933433" cy="3584377"/>
            </a:xfrm>
          </p:grpSpPr>
          <p:sp>
            <p:nvSpPr>
              <p:cNvPr id="20" name="Rectángulo: esquinas diagonales redondeadas 19">
                <a:extLst>
                  <a:ext uri="{FF2B5EF4-FFF2-40B4-BE49-F238E27FC236}">
                    <a16:creationId xmlns:a16="http://schemas.microsoft.com/office/drawing/2014/main" id="{254AC31C-BB8F-49C3-3C74-A2A79266D6F6}"/>
                  </a:ext>
                </a:extLst>
              </p:cNvPr>
              <p:cNvSpPr>
                <a:spLocks/>
              </p:cNvSpPr>
              <p:nvPr/>
            </p:nvSpPr>
            <p:spPr>
              <a:xfrm>
                <a:off x="12783047" y="1727329"/>
                <a:ext cx="9933433" cy="3584377"/>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 Placeholder 4">
                <a:extLst>
                  <a:ext uri="{FF2B5EF4-FFF2-40B4-BE49-F238E27FC236}">
                    <a16:creationId xmlns:a16="http://schemas.microsoft.com/office/drawing/2014/main" id="{26647FD1-6EBE-D1C8-75A7-43DEFFABFF46}"/>
                  </a:ext>
                </a:extLst>
              </p:cNvPr>
              <p:cNvSpPr txBox="1">
                <a:spLocks/>
              </p:cNvSpPr>
              <p:nvPr/>
            </p:nvSpPr>
            <p:spPr>
              <a:xfrm>
                <a:off x="13197236" y="2184172"/>
                <a:ext cx="9160739" cy="2453997"/>
              </a:xfrm>
              <a:prstGeom prst="rect">
                <a:avLst/>
              </a:prstGeom>
            </p:spPr>
            <p:txBody>
              <a:bodyPr vert="horz" lIns="91440" tIns="45720" rIns="91440" bIns="45720" rtlCol="0">
                <a:no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n-US" sz="2200" b="1" dirty="0">
                    <a:solidFill>
                      <a:schemeClr val="tx1">
                        <a:lumMod val="95000"/>
                        <a:lumOff val="5000"/>
                      </a:schemeClr>
                    </a:solidFill>
                    <a:latin typeface="Segoe UI" panose="020B0502040204020203" pitchFamily="34" charset="0"/>
                    <a:cs typeface="Segoe UI" panose="020B0502040204020203" pitchFamily="34" charset="0"/>
                  </a:rPr>
                  <a:t>Turbine T003 </a:t>
                </a:r>
                <a:r>
                  <a:rPr lang="en-US" sz="2200" dirty="0">
                    <a:solidFill>
                      <a:schemeClr val="tx1">
                        <a:lumMod val="95000"/>
                        <a:lumOff val="5000"/>
                      </a:schemeClr>
                    </a:solidFill>
                    <a:latin typeface="Segoe UI" panose="020B0502040204020203" pitchFamily="34" charset="0"/>
                    <a:cs typeface="Segoe UI" panose="020B0502040204020203" pitchFamily="34" charset="0"/>
                  </a:rPr>
                  <a:t>shows real power values below the newer units </a:t>
                </a:r>
                <a:r>
                  <a:rPr lang="en-US" sz="2200" b="1" dirty="0">
                    <a:solidFill>
                      <a:schemeClr val="tx1">
                        <a:lumMod val="95000"/>
                        <a:lumOff val="5000"/>
                      </a:schemeClr>
                    </a:solidFill>
                    <a:latin typeface="Segoe UI" panose="020B0502040204020203" pitchFamily="34" charset="0"/>
                    <a:cs typeface="Segoe UI" panose="020B0502040204020203" pitchFamily="34" charset="0"/>
                  </a:rPr>
                  <a:t>(T008, T009, T010</a:t>
                </a:r>
                <a:r>
                  <a:rPr lang="en-US" sz="2200" dirty="0">
                    <a:solidFill>
                      <a:schemeClr val="tx1">
                        <a:lumMod val="95000"/>
                        <a:lumOff val="5000"/>
                      </a:schemeClr>
                    </a:solidFill>
                    <a:latin typeface="Segoe UI" panose="020B0502040204020203" pitchFamily="34" charset="0"/>
                    <a:cs typeface="Segoe UI" panose="020B0502040204020203" pitchFamily="34" charset="0"/>
                  </a:rPr>
                  <a:t>) at high wind speeds, where generation potential is greatest.</a:t>
                </a:r>
              </a:p>
              <a:p>
                <a:pPr>
                  <a:spcBef>
                    <a:spcPts val="1200"/>
                  </a:spcBef>
                </a:pPr>
                <a:r>
                  <a:rPr lang="en-US" sz="2200" dirty="0">
                    <a:solidFill>
                      <a:schemeClr val="tx1">
                        <a:lumMod val="95000"/>
                        <a:lumOff val="5000"/>
                      </a:schemeClr>
                    </a:solidFill>
                    <a:latin typeface="Segoe UI" panose="020B0502040204020203" pitchFamily="34" charset="0"/>
                    <a:cs typeface="Segoe UI" panose="020B0502040204020203" pitchFamily="34" charset="0"/>
                  </a:rPr>
                  <a:t>Part of this gap is expected, since the GE units have a larger rotor and 2.5 MW of rated power versus 2.0 MW. However, T003 also delivers about 6% less power than the other V100 units at the same wind speeds.</a:t>
                </a:r>
              </a:p>
              <a:p>
                <a:pPr>
                  <a:spcBef>
                    <a:spcPts val="1200"/>
                  </a:spcBef>
                </a:pPr>
                <a:r>
                  <a:rPr lang="en-US" sz="2200" b="1" i="1" dirty="0">
                    <a:solidFill>
                      <a:srgbClr val="155A93"/>
                    </a:solidFill>
                    <a:latin typeface="Segoe UI" panose="020B0502040204020203" pitchFamily="34" charset="0"/>
                    <a:ea typeface="Segoe UI Emoji" panose="020B0502040204020203" pitchFamily="34" charset="0"/>
                    <a:cs typeface="Segoe UI" panose="020B0502040204020203" pitchFamily="34" charset="0"/>
                  </a:rPr>
                  <a:t>Conclusion: T003 underperforms, even within its own model.</a:t>
                </a:r>
              </a:p>
            </p:txBody>
          </p:sp>
        </p:grpSp>
        <p:grpSp>
          <p:nvGrpSpPr>
            <p:cNvPr id="16" name="Grupo 15">
              <a:extLst>
                <a:ext uri="{FF2B5EF4-FFF2-40B4-BE49-F238E27FC236}">
                  <a16:creationId xmlns:a16="http://schemas.microsoft.com/office/drawing/2014/main" id="{56B8E0BB-F89B-C3BF-2A68-72E3E433DC8B}"/>
                </a:ext>
              </a:extLst>
            </p:cNvPr>
            <p:cNvGrpSpPr/>
            <p:nvPr/>
          </p:nvGrpSpPr>
          <p:grpSpPr>
            <a:xfrm>
              <a:off x="10587664" y="3419730"/>
              <a:ext cx="2301714" cy="1585763"/>
              <a:chOff x="10022343" y="8673784"/>
              <a:chExt cx="2301714" cy="1585763"/>
            </a:xfrm>
          </p:grpSpPr>
          <p:sp>
            <p:nvSpPr>
              <p:cNvPr id="18" name="Elipse 17">
                <a:extLst>
                  <a:ext uri="{FF2B5EF4-FFF2-40B4-BE49-F238E27FC236}">
                    <a16:creationId xmlns:a16="http://schemas.microsoft.com/office/drawing/2014/main" id="{B6D136DA-32A3-F495-8427-E1670EDA1F8B}"/>
                  </a:ext>
                </a:extLst>
              </p:cNvPr>
              <p:cNvSpPr/>
              <p:nvPr/>
            </p:nvSpPr>
            <p:spPr>
              <a:xfrm>
                <a:off x="10022343" y="9983102"/>
                <a:ext cx="313244" cy="276445"/>
              </a:xfrm>
              <a:prstGeom prst="ellipse">
                <a:avLst/>
              </a:prstGeom>
              <a:solidFill>
                <a:schemeClr val="tx1">
                  <a:lumMod val="65000"/>
                  <a:lumOff val="35000"/>
                </a:schemeClr>
              </a:solidFill>
              <a:ln>
                <a:solidFill>
                  <a:schemeClr val="tx1">
                    <a:lumMod val="65000"/>
                    <a:lumOff val="3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9" name="Conector: angular 18">
                <a:extLst>
                  <a:ext uri="{FF2B5EF4-FFF2-40B4-BE49-F238E27FC236}">
                    <a16:creationId xmlns:a16="http://schemas.microsoft.com/office/drawing/2014/main" id="{BD83E057-7FD1-8A2F-C8D3-45096D024083}"/>
                  </a:ext>
                </a:extLst>
              </p:cNvPr>
              <p:cNvCxnSpPr>
                <a:cxnSpLocks/>
              </p:cNvCxnSpPr>
              <p:nvPr/>
            </p:nvCxnSpPr>
            <p:spPr>
              <a:xfrm flipV="1">
                <a:off x="10196500" y="8673784"/>
                <a:ext cx="2127557" cy="1460721"/>
              </a:xfrm>
              <a:prstGeom prst="bentConnector3">
                <a:avLst>
                  <a:gd name="adj1" fmla="val 50000"/>
                </a:avLst>
              </a:prstGeom>
              <a:ln w="57150">
                <a:solidFill>
                  <a:schemeClr val="tx1">
                    <a:lumMod val="65000"/>
                    <a:lumOff val="35000"/>
                  </a:schemeClr>
                </a:solidFill>
                <a:prstDash val="dash"/>
                <a:tailEnd type="triangle"/>
              </a:ln>
            </p:spPr>
            <p:style>
              <a:lnRef idx="1">
                <a:schemeClr val="dk1"/>
              </a:lnRef>
              <a:fillRef idx="0">
                <a:schemeClr val="dk1"/>
              </a:fillRef>
              <a:effectRef idx="0">
                <a:schemeClr val="dk1"/>
              </a:effectRef>
              <a:fontRef idx="minor">
                <a:schemeClr val="tx1"/>
              </a:fontRef>
            </p:style>
          </p:cxnSp>
        </p:grpSp>
      </p:grpSp>
      <p:pic>
        <p:nvPicPr>
          <p:cNvPr id="12" name="Imagen 11">
            <a:extLst>
              <a:ext uri="{FF2B5EF4-FFF2-40B4-BE49-F238E27FC236}">
                <a16:creationId xmlns:a16="http://schemas.microsoft.com/office/drawing/2014/main" id="{0E60A5EA-F434-808D-7129-C23D3534C827}"/>
              </a:ext>
            </a:extLst>
          </p:cNvPr>
          <p:cNvPicPr>
            <a:picLocks noChangeAspect="1"/>
          </p:cNvPicPr>
          <p:nvPr/>
        </p:nvPicPr>
        <p:blipFill>
          <a:blip r:embed="rId5"/>
          <a:srcRect l="810" r="1872"/>
          <a:stretch>
            <a:fillRect/>
          </a:stretch>
        </p:blipFill>
        <p:spPr>
          <a:xfrm>
            <a:off x="1922680" y="7450650"/>
            <a:ext cx="11508692" cy="3805268"/>
          </a:xfrm>
          <a:prstGeom prst="rect">
            <a:avLst/>
          </a:prstGeom>
          <a:ln>
            <a:solidFill>
              <a:schemeClr val="tx2">
                <a:lumMod val="60000"/>
                <a:lumOff val="40000"/>
              </a:schemeClr>
            </a:solidFill>
          </a:ln>
        </p:spPr>
      </p:pic>
      <p:grpSp>
        <p:nvGrpSpPr>
          <p:cNvPr id="92" name="Grupo 91">
            <a:extLst>
              <a:ext uri="{FF2B5EF4-FFF2-40B4-BE49-F238E27FC236}">
                <a16:creationId xmlns:a16="http://schemas.microsoft.com/office/drawing/2014/main" id="{8750E79F-AC9F-60E8-7E1A-F17B912CE60B}"/>
              </a:ext>
            </a:extLst>
          </p:cNvPr>
          <p:cNvGrpSpPr/>
          <p:nvPr/>
        </p:nvGrpSpPr>
        <p:grpSpPr>
          <a:xfrm>
            <a:off x="2423077" y="8000625"/>
            <a:ext cx="20113393" cy="3111444"/>
            <a:chOff x="2494793" y="8144059"/>
            <a:chExt cx="20113393" cy="3111444"/>
          </a:xfrm>
        </p:grpSpPr>
        <p:sp>
          <p:nvSpPr>
            <p:cNvPr id="54" name="Rectángulo: esquinas redondeadas 53">
              <a:extLst>
                <a:ext uri="{FF2B5EF4-FFF2-40B4-BE49-F238E27FC236}">
                  <a16:creationId xmlns:a16="http://schemas.microsoft.com/office/drawing/2014/main" id="{631B4F21-BF09-6690-8D68-9CDD72DD1072}"/>
                </a:ext>
              </a:extLst>
            </p:cNvPr>
            <p:cNvSpPr/>
            <p:nvPr/>
          </p:nvSpPr>
          <p:spPr>
            <a:xfrm>
              <a:off x="2494793" y="8144059"/>
              <a:ext cx="1810953" cy="1015794"/>
            </a:xfrm>
            <a:prstGeom prst="roundRect">
              <a:avLst/>
            </a:prstGeom>
            <a:ln w="57150">
              <a:solidFill>
                <a:schemeClr val="tx1">
                  <a:lumMod val="65000"/>
                  <a:lumOff val="35000"/>
                </a:schemeClr>
              </a:solidFill>
              <a:prstDash val="dash"/>
              <a:tailEnd type="triangle"/>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55" name="Rectángulo: esquinas diagonales redondeadas 54">
              <a:extLst>
                <a:ext uri="{FF2B5EF4-FFF2-40B4-BE49-F238E27FC236}">
                  <a16:creationId xmlns:a16="http://schemas.microsoft.com/office/drawing/2014/main" id="{763DDE6E-F02D-2A7F-E17F-50750E9AA2BD}"/>
                </a:ext>
              </a:extLst>
            </p:cNvPr>
            <p:cNvSpPr>
              <a:spLocks/>
            </p:cNvSpPr>
            <p:nvPr/>
          </p:nvSpPr>
          <p:spPr>
            <a:xfrm>
              <a:off x="14121053" y="8890480"/>
              <a:ext cx="8487133" cy="2365023"/>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828709">
                <a:spcBef>
                  <a:spcPts val="1200"/>
                </a:spcBef>
                <a:buClr>
                  <a:schemeClr val="accent2"/>
                </a:buClr>
              </a:pPr>
              <a:endParaRPr lang="en-US" sz="2200" dirty="0">
                <a:solidFill>
                  <a:schemeClr val="tx1">
                    <a:lumMod val="95000"/>
                    <a:lumOff val="5000"/>
                  </a:schemeClr>
                </a:solidFill>
                <a:latin typeface="Segoe UI" panose="020B0502040204020203" pitchFamily="34" charset="0"/>
                <a:cs typeface="Segoe UI" panose="020B0502040204020203" pitchFamily="34" charset="0"/>
              </a:endParaRPr>
            </a:p>
          </p:txBody>
        </p:sp>
        <p:sp>
          <p:nvSpPr>
            <p:cNvPr id="56" name="Text Placeholder 4">
              <a:extLst>
                <a:ext uri="{FF2B5EF4-FFF2-40B4-BE49-F238E27FC236}">
                  <a16:creationId xmlns:a16="http://schemas.microsoft.com/office/drawing/2014/main" id="{A19F3CEB-6D14-38FD-E379-BD55592E87A0}"/>
                </a:ext>
              </a:extLst>
            </p:cNvPr>
            <p:cNvSpPr txBox="1">
              <a:spLocks/>
            </p:cNvSpPr>
            <p:nvPr/>
          </p:nvSpPr>
          <p:spPr>
            <a:xfrm>
              <a:off x="14526502" y="9259939"/>
              <a:ext cx="7958274" cy="1995564"/>
            </a:xfrm>
            <a:prstGeom prst="rect">
              <a:avLst/>
            </a:prstGeom>
          </p:spPr>
          <p:txBody>
            <a:bodyPr vert="horz" lIns="91440" tIns="45720" rIns="91440" bIns="45720" rtlCol="0">
              <a:norm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s-ES" sz="2200" dirty="0">
                  <a:solidFill>
                    <a:schemeClr val="tx1">
                      <a:lumMod val="95000"/>
                      <a:lumOff val="5000"/>
                    </a:schemeClr>
                  </a:solidFill>
                  <a:latin typeface="Segoe UI" panose="020B0502040204020203" pitchFamily="34" charset="0"/>
                  <a:cs typeface="Segoe UI" panose="020B0502040204020203" pitchFamily="34" charset="0"/>
                </a:rPr>
                <a:t>In contrast, turbines installed last year (</a:t>
              </a:r>
              <a:r>
                <a:rPr lang="es-ES" sz="2200" b="1" dirty="0">
                  <a:solidFill>
                    <a:schemeClr val="tx1">
                      <a:lumMod val="95000"/>
                      <a:lumOff val="5000"/>
                    </a:schemeClr>
                  </a:solidFill>
                  <a:latin typeface="Segoe UI" panose="020B0502040204020203" pitchFamily="34" charset="0"/>
                  <a:cs typeface="Segoe UI" panose="020B0502040204020203" pitchFamily="34" charset="0"/>
                </a:rPr>
                <a:t>GE 2.5-116) </a:t>
              </a:r>
              <a:r>
                <a:rPr lang="es-ES" sz="2200" dirty="0">
                  <a:solidFill>
                    <a:schemeClr val="tx1">
                      <a:lumMod val="95000"/>
                      <a:lumOff val="5000"/>
                    </a:schemeClr>
                  </a:solidFill>
                  <a:latin typeface="Segoe UI" panose="020B0502040204020203" pitchFamily="34" charset="0"/>
                  <a:cs typeface="Segoe UI" panose="020B0502040204020203" pitchFamily="34" charset="0"/>
                </a:rPr>
                <a:t>show optimal availability and cost levels.</a:t>
              </a:r>
            </a:p>
            <a:p>
              <a:pPr>
                <a:spcBef>
                  <a:spcPts val="1200"/>
                </a:spcBef>
              </a:pPr>
              <a:r>
                <a:rPr lang="es-ES" sz="2200" b="1" i="1" dirty="0">
                  <a:solidFill>
                    <a:srgbClr val="155A93"/>
                  </a:solidFill>
                  <a:latin typeface="Segoe UI" panose="020B0502040204020203" pitchFamily="34" charset="0"/>
                  <a:ea typeface="Segoe UI Emoji" panose="020B0502040204020203" pitchFamily="34" charset="0"/>
                  <a:cs typeface="Segoe UI" panose="020B0502040204020203" pitchFamily="34" charset="0"/>
                </a:rPr>
                <a:t>Conclusion</a:t>
              </a:r>
              <a:r>
                <a:rPr lang="es-AR" sz="2200" b="1" i="1" dirty="0">
                  <a:solidFill>
                    <a:srgbClr val="155A93"/>
                  </a:solidFill>
                  <a:latin typeface="Segoe UI" panose="020B0502040204020203" pitchFamily="34" charset="0"/>
                  <a:ea typeface="Segoe UI Emoji" panose="020B0502040204020203" pitchFamily="34" charset="0"/>
                  <a:cs typeface="Segoe UI" panose="020B0502040204020203" pitchFamily="34" charset="0"/>
                </a:rPr>
                <a:t>: T008/T009/T010 are consolidated as </a:t>
              </a:r>
              <a:r>
                <a:rPr lang="es-AR" sz="2200" b="1" i="1" dirty="0" err="1">
                  <a:solidFill>
                    <a:srgbClr val="155A93"/>
                  </a:solidFill>
                  <a:latin typeface="Segoe UI" panose="020B0502040204020203" pitchFamily="34" charset="0"/>
                  <a:ea typeface="Segoe UI Emoji" panose="020B0502040204020203" pitchFamily="34" charset="0"/>
                  <a:cs typeface="Segoe UI" panose="020B0502040204020203" pitchFamily="34" charset="0"/>
                </a:rPr>
                <a:t>benchmark</a:t>
              </a:r>
              <a:r>
                <a:rPr lang="es-AR" sz="2200" b="1" i="1" dirty="0">
                  <a:solidFill>
                    <a:srgbClr val="155A93"/>
                  </a:solidFill>
                  <a:latin typeface="Segoe UI" panose="020B0502040204020203" pitchFamily="34" charset="0"/>
                  <a:ea typeface="Segoe UI Emoji" panose="020B0502040204020203" pitchFamily="34" charset="0"/>
                  <a:cs typeface="Segoe UI" panose="020B0502040204020203" pitchFamily="34" charset="0"/>
                </a:rPr>
                <a:t> turbines of the wind farm.</a:t>
              </a:r>
              <a:endParaRPr lang="en-US" sz="2200" b="1" i="1" dirty="0">
                <a:solidFill>
                  <a:srgbClr val="155A93"/>
                </a:solidFill>
                <a:latin typeface="Segoe UI" panose="020B0502040204020203" pitchFamily="34" charset="0"/>
                <a:ea typeface="Segoe UI Emoji" panose="020B0502040204020203" pitchFamily="34" charset="0"/>
                <a:cs typeface="Segoe UI" panose="020B0502040204020203" pitchFamily="34" charset="0"/>
              </a:endParaRPr>
            </a:p>
            <a:p>
              <a:pPr>
                <a:spcBef>
                  <a:spcPts val="1200"/>
                </a:spcBef>
              </a:pPr>
              <a:endParaRPr lang="en-US" sz="2400" i="1" dirty="0">
                <a:solidFill>
                  <a:schemeClr val="tx1">
                    <a:lumMod val="95000"/>
                    <a:lumOff val="5000"/>
                  </a:schemeClr>
                </a:solidFill>
                <a:latin typeface="Segoe UI" panose="020B0502040204020203" pitchFamily="34" charset="0"/>
                <a:ea typeface="Segoe UI Emoji" panose="020B0502040204020203" pitchFamily="34" charset="0"/>
                <a:cs typeface="Segoe UI" panose="020B0502040204020203" pitchFamily="34" charset="0"/>
              </a:endParaRPr>
            </a:p>
          </p:txBody>
        </p:sp>
        <p:grpSp>
          <p:nvGrpSpPr>
            <p:cNvPr id="42" name="Grupo 41">
              <a:extLst>
                <a:ext uri="{FF2B5EF4-FFF2-40B4-BE49-F238E27FC236}">
                  <a16:creationId xmlns:a16="http://schemas.microsoft.com/office/drawing/2014/main" id="{DEF9E012-68BF-1BD1-F54F-393C20C1D275}"/>
                </a:ext>
              </a:extLst>
            </p:cNvPr>
            <p:cNvGrpSpPr/>
            <p:nvPr/>
          </p:nvGrpSpPr>
          <p:grpSpPr>
            <a:xfrm>
              <a:off x="3213281" y="9106066"/>
              <a:ext cx="15292358" cy="2149437"/>
              <a:chOff x="9283383" y="9913097"/>
              <a:chExt cx="15292358" cy="2149437"/>
            </a:xfrm>
          </p:grpSpPr>
          <p:sp>
            <p:nvSpPr>
              <p:cNvPr id="43" name="Elipse 42">
                <a:extLst>
                  <a:ext uri="{FF2B5EF4-FFF2-40B4-BE49-F238E27FC236}">
                    <a16:creationId xmlns:a16="http://schemas.microsoft.com/office/drawing/2014/main" id="{5E708775-9505-9975-3B4A-182C6ED7DA02}"/>
                  </a:ext>
                </a:extLst>
              </p:cNvPr>
              <p:cNvSpPr/>
              <p:nvPr/>
            </p:nvSpPr>
            <p:spPr>
              <a:xfrm>
                <a:off x="9283383" y="9913097"/>
                <a:ext cx="313244" cy="276445"/>
              </a:xfrm>
              <a:prstGeom prst="ellipse">
                <a:avLst/>
              </a:prstGeom>
              <a:solidFill>
                <a:schemeClr val="tx1">
                  <a:lumMod val="65000"/>
                  <a:lumOff val="35000"/>
                </a:schemeClr>
              </a:solidFill>
              <a:ln>
                <a:solidFill>
                  <a:schemeClr val="tx1">
                    <a:lumMod val="65000"/>
                    <a:lumOff val="3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cxnSp>
            <p:nvCxnSpPr>
              <p:cNvPr id="44" name="Conector: angular 43">
                <a:extLst>
                  <a:ext uri="{FF2B5EF4-FFF2-40B4-BE49-F238E27FC236}">
                    <a16:creationId xmlns:a16="http://schemas.microsoft.com/office/drawing/2014/main" id="{523D14E4-8286-6596-9449-81B9B44E85E0}"/>
                  </a:ext>
                </a:extLst>
              </p:cNvPr>
              <p:cNvCxnSpPr>
                <a:cxnSpLocks/>
                <a:stCxn id="43" idx="4"/>
                <a:endCxn id="56" idx="2"/>
              </p:cNvCxnSpPr>
              <p:nvPr/>
            </p:nvCxnSpPr>
            <p:spPr>
              <a:xfrm rot="16200000" flipH="1">
                <a:off x="16071377" y="3558170"/>
                <a:ext cx="1872992" cy="15135736"/>
              </a:xfrm>
              <a:prstGeom prst="bentConnector3">
                <a:avLst>
                  <a:gd name="adj1" fmla="val 138918"/>
                </a:avLst>
              </a:prstGeom>
              <a:ln w="57150">
                <a:solidFill>
                  <a:schemeClr val="tx1">
                    <a:lumMod val="65000"/>
                    <a:lumOff val="35000"/>
                  </a:schemeClr>
                </a:solidFill>
                <a:prstDash val="dash"/>
                <a:tailEnd type="triangle"/>
              </a:ln>
            </p:spPr>
            <p:style>
              <a:lnRef idx="1">
                <a:schemeClr val="dk1"/>
              </a:lnRef>
              <a:fillRef idx="0">
                <a:schemeClr val="dk1"/>
              </a:fillRef>
              <a:effectRef idx="0">
                <a:schemeClr val="dk1"/>
              </a:effectRef>
              <a:fontRef idx="minor">
                <a:schemeClr val="tx1"/>
              </a:fontRef>
            </p:style>
          </p:cxnSp>
        </p:grpSp>
      </p:grpSp>
      <p:grpSp>
        <p:nvGrpSpPr>
          <p:cNvPr id="91" name="Grupo 90">
            <a:extLst>
              <a:ext uri="{FF2B5EF4-FFF2-40B4-BE49-F238E27FC236}">
                <a16:creationId xmlns:a16="http://schemas.microsoft.com/office/drawing/2014/main" id="{20FCEC5F-B8D9-112E-EDFD-C4B8BF9A6900}"/>
              </a:ext>
            </a:extLst>
          </p:cNvPr>
          <p:cNvGrpSpPr/>
          <p:nvPr/>
        </p:nvGrpSpPr>
        <p:grpSpPr>
          <a:xfrm>
            <a:off x="12699002" y="5444716"/>
            <a:ext cx="9945762" cy="4558490"/>
            <a:chOff x="12770718" y="5588150"/>
            <a:chExt cx="9945762" cy="4558490"/>
          </a:xfrm>
        </p:grpSpPr>
        <p:sp>
          <p:nvSpPr>
            <p:cNvPr id="26" name="Rectángulo: esquinas diagonales redondeadas 25">
              <a:extLst>
                <a:ext uri="{FF2B5EF4-FFF2-40B4-BE49-F238E27FC236}">
                  <a16:creationId xmlns:a16="http://schemas.microsoft.com/office/drawing/2014/main" id="{1230704A-CBFC-E482-7949-A01C0D8DE83F}"/>
                </a:ext>
              </a:extLst>
            </p:cNvPr>
            <p:cNvSpPr>
              <a:spLocks/>
            </p:cNvSpPr>
            <p:nvPr/>
          </p:nvSpPr>
          <p:spPr>
            <a:xfrm>
              <a:off x="14213305" y="5588150"/>
              <a:ext cx="8503175" cy="2701599"/>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828709">
                <a:spcBef>
                  <a:spcPts val="1200"/>
                </a:spcBef>
                <a:buClr>
                  <a:schemeClr val="accent2"/>
                </a:buClr>
              </a:pPr>
              <a:endParaRPr lang="en-US" sz="2200" dirty="0">
                <a:solidFill>
                  <a:schemeClr val="tx1">
                    <a:lumMod val="95000"/>
                    <a:lumOff val="5000"/>
                  </a:schemeClr>
                </a:solidFill>
                <a:latin typeface="Segoe UI" panose="020B0502040204020203" pitchFamily="34" charset="0"/>
                <a:cs typeface="Segoe UI" panose="020B0502040204020203" pitchFamily="34" charset="0"/>
              </a:endParaRPr>
            </a:p>
          </p:txBody>
        </p:sp>
        <p:sp>
          <p:nvSpPr>
            <p:cNvPr id="27" name="Text Placeholder 4">
              <a:extLst>
                <a:ext uri="{FF2B5EF4-FFF2-40B4-BE49-F238E27FC236}">
                  <a16:creationId xmlns:a16="http://schemas.microsoft.com/office/drawing/2014/main" id="{B34709E5-348B-26B1-390A-0E3A0927D551}"/>
                </a:ext>
              </a:extLst>
            </p:cNvPr>
            <p:cNvSpPr txBox="1">
              <a:spLocks/>
            </p:cNvSpPr>
            <p:nvPr/>
          </p:nvSpPr>
          <p:spPr>
            <a:xfrm>
              <a:off x="14580289" y="5995562"/>
              <a:ext cx="7915302" cy="2223536"/>
            </a:xfrm>
            <a:prstGeom prst="rect">
              <a:avLst/>
            </a:prstGeom>
          </p:spPr>
          <p:txBody>
            <a:bodyPr vert="horz" lIns="91440" tIns="45720" rIns="91440" bIns="45720" rtlCol="0">
              <a:norm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s-ES" sz="2200" dirty="0">
                  <a:solidFill>
                    <a:schemeClr val="tx1">
                      <a:lumMod val="95000"/>
                      <a:lumOff val="5000"/>
                    </a:schemeClr>
                  </a:solidFill>
                  <a:latin typeface="Segoe UI" panose="020B0502040204020203" pitchFamily="34" charset="0"/>
                  <a:cs typeface="Segoe UI" panose="020B0502040204020203" pitchFamily="34" charset="0"/>
                </a:rPr>
                <a:t>This chart reinforces the diagnosis: T003 stands as </a:t>
              </a:r>
              <a:r>
                <a:rPr lang="es-ES" sz="2200" dirty="0" err="1">
                  <a:solidFill>
                    <a:schemeClr val="tx1">
                      <a:lumMod val="95000"/>
                      <a:lumOff val="5000"/>
                    </a:schemeClr>
                  </a:solidFill>
                  <a:latin typeface="Segoe UI" panose="020B0502040204020203" pitchFamily="34" charset="0"/>
                  <a:cs typeface="Segoe UI" panose="020B0502040204020203" pitchFamily="34" charset="0"/>
                </a:rPr>
                <a:t>an</a:t>
              </a:r>
              <a:r>
                <a:rPr lang="es-ES" sz="2200" dirty="0">
                  <a:solidFill>
                    <a:schemeClr val="tx1">
                      <a:lumMod val="95000"/>
                      <a:lumOff val="5000"/>
                    </a:schemeClr>
                  </a:solidFill>
                  <a:latin typeface="Segoe UI" panose="020B0502040204020203" pitchFamily="34" charset="0"/>
                  <a:cs typeface="Segoe UI" panose="020B0502040204020203" pitchFamily="34" charset="0"/>
                </a:rPr>
                <a:t> </a:t>
              </a:r>
              <a:r>
                <a:rPr lang="es-ES" sz="2200" dirty="0" err="1">
                  <a:solidFill>
                    <a:schemeClr val="tx1">
                      <a:lumMod val="95000"/>
                      <a:lumOff val="5000"/>
                    </a:schemeClr>
                  </a:solidFill>
                  <a:latin typeface="Segoe UI" panose="020B0502040204020203" pitchFamily="34" charset="0"/>
                  <a:cs typeface="Segoe UI" panose="020B0502040204020203" pitchFamily="34" charset="0"/>
                </a:rPr>
                <a:t>outlier</a:t>
              </a:r>
              <a:r>
                <a:rPr lang="es-ES" sz="2200" dirty="0">
                  <a:solidFill>
                    <a:schemeClr val="tx1">
                      <a:lumMod val="95000"/>
                      <a:lumOff val="5000"/>
                    </a:schemeClr>
                  </a:solidFill>
                  <a:latin typeface="Segoe UI" panose="020B0502040204020203" pitchFamily="34" charset="0"/>
                  <a:cs typeface="Segoe UI" panose="020B0502040204020203" pitchFamily="34" charset="0"/>
                </a:rPr>
                <a:t>, combining one of the highest maintenance costs </a:t>
              </a:r>
              <a:r>
                <a:rPr lang="es-ES" sz="2200" dirty="0" err="1">
                  <a:solidFill>
                    <a:schemeClr val="tx1">
                      <a:lumMod val="95000"/>
                      <a:lumOff val="5000"/>
                    </a:schemeClr>
                  </a:solidFill>
                  <a:latin typeface="Segoe UI" panose="020B0502040204020203" pitchFamily="34" charset="0"/>
                  <a:cs typeface="Segoe UI" panose="020B0502040204020203" pitchFamily="34" charset="0"/>
                </a:rPr>
                <a:t>with</a:t>
              </a:r>
              <a:r>
                <a:rPr lang="es-ES" sz="2200" dirty="0">
                  <a:solidFill>
                    <a:schemeClr val="tx1">
                      <a:lumMod val="95000"/>
                      <a:lumOff val="5000"/>
                    </a:schemeClr>
                  </a:solidFill>
                  <a:latin typeface="Segoe UI" panose="020B0502040204020203" pitchFamily="34" charset="0"/>
                  <a:cs typeface="Segoe UI" panose="020B0502040204020203" pitchFamily="34" charset="0"/>
                </a:rPr>
                <a:t> </a:t>
              </a:r>
              <a:r>
                <a:rPr lang="es-ES" sz="2200" dirty="0" err="1">
                  <a:solidFill>
                    <a:schemeClr val="tx1">
                      <a:lumMod val="95000"/>
                      <a:lumOff val="5000"/>
                    </a:schemeClr>
                  </a:solidFill>
                  <a:latin typeface="Segoe UI" panose="020B0502040204020203" pitchFamily="34" charset="0"/>
                  <a:cs typeface="Segoe UI" panose="020B0502040204020203" pitchFamily="34" charset="0"/>
                </a:rPr>
                <a:t>below</a:t>
              </a:r>
              <a:r>
                <a:rPr lang="es-ES" sz="2200" dirty="0">
                  <a:solidFill>
                    <a:schemeClr val="tx1">
                      <a:lumMod val="95000"/>
                      <a:lumOff val="5000"/>
                    </a:schemeClr>
                  </a:solidFill>
                  <a:latin typeface="Segoe UI" panose="020B0502040204020203" pitchFamily="34" charset="0"/>
                  <a:cs typeface="Segoe UI" panose="020B0502040204020203" pitchFamily="34" charset="0"/>
                </a:rPr>
                <a:t> </a:t>
              </a:r>
              <a:r>
                <a:rPr lang="es-ES" sz="2200" dirty="0" err="1">
                  <a:solidFill>
                    <a:schemeClr val="tx1">
                      <a:lumMod val="95000"/>
                      <a:lumOff val="5000"/>
                    </a:schemeClr>
                  </a:solidFill>
                  <a:latin typeface="Segoe UI" panose="020B0502040204020203" pitchFamily="34" charset="0"/>
                  <a:cs typeface="Segoe UI" panose="020B0502040204020203" pitchFamily="34" charset="0"/>
                </a:rPr>
                <a:t>average</a:t>
              </a:r>
              <a:r>
                <a:rPr lang="es-ES" sz="2200" dirty="0">
                  <a:solidFill>
                    <a:schemeClr val="tx1">
                      <a:lumMod val="95000"/>
                      <a:lumOff val="5000"/>
                    </a:schemeClr>
                  </a:solidFill>
                  <a:latin typeface="Segoe UI" panose="020B0502040204020203" pitchFamily="34" charset="0"/>
                  <a:cs typeface="Segoe UI" panose="020B0502040204020203" pitchFamily="34" charset="0"/>
                </a:rPr>
                <a:t> availability.</a:t>
              </a:r>
            </a:p>
            <a:p>
              <a:pPr>
                <a:spcBef>
                  <a:spcPts val="1200"/>
                </a:spcBef>
              </a:pPr>
              <a:r>
                <a:rPr lang="es-ES" sz="2200" b="1" i="1" dirty="0" err="1">
                  <a:solidFill>
                    <a:srgbClr val="155A93"/>
                  </a:solidFill>
                  <a:latin typeface="Segoe UI" panose="020B0502040204020203" pitchFamily="34" charset="0"/>
                  <a:ea typeface="Segoe UI Emoji" panose="020B0502040204020203" pitchFamily="34" charset="0"/>
                  <a:cs typeface="Segoe UI" panose="020B0502040204020203" pitchFamily="34" charset="0"/>
                </a:rPr>
                <a:t>Conclusion</a:t>
              </a:r>
              <a:r>
                <a:rPr lang="es-ES" sz="2200" b="1" i="1" dirty="0">
                  <a:solidFill>
                    <a:srgbClr val="155A93"/>
                  </a:solidFill>
                  <a:latin typeface="Segoe UI" panose="020B0502040204020203" pitchFamily="34" charset="0"/>
                  <a:ea typeface="Segoe UI Emoji" panose="020B0502040204020203" pitchFamily="34" charset="0"/>
                  <a:cs typeface="Segoe UI" panose="020B0502040204020203" pitchFamily="34" charset="0"/>
                </a:rPr>
                <a:t>: T003 has </a:t>
              </a:r>
              <a:r>
                <a:rPr lang="es-ES" sz="2200" b="1" i="1" dirty="0" err="1">
                  <a:solidFill>
                    <a:srgbClr val="155A93"/>
                  </a:solidFill>
                  <a:latin typeface="Segoe UI" panose="020B0502040204020203" pitchFamily="34" charset="0"/>
                  <a:ea typeface="Segoe UI Emoji" panose="020B0502040204020203" pitchFamily="34" charset="0"/>
                  <a:cs typeface="Segoe UI" panose="020B0502040204020203" pitchFamily="34" charset="0"/>
                </a:rPr>
                <a:t>the</a:t>
              </a:r>
              <a:r>
                <a:rPr lang="es-ES" sz="2200" b="1" i="1" dirty="0">
                  <a:solidFill>
                    <a:srgbClr val="155A93"/>
                  </a:solidFill>
                  <a:latin typeface="Segoe UI" panose="020B0502040204020203" pitchFamily="34" charset="0"/>
                  <a:ea typeface="Segoe UI Emoji" panose="020B0502040204020203" pitchFamily="34" charset="0"/>
                  <a:cs typeface="Segoe UI" panose="020B0502040204020203" pitchFamily="34" charset="0"/>
                </a:rPr>
                <a:t> </a:t>
              </a:r>
              <a:r>
                <a:rPr lang="es-ES" sz="2200" b="1" i="1" dirty="0" err="1">
                  <a:solidFill>
                    <a:srgbClr val="155A93"/>
                  </a:solidFill>
                  <a:latin typeface="Segoe UI" panose="020B0502040204020203" pitchFamily="34" charset="0"/>
                  <a:ea typeface="Segoe UI Emoji" panose="020B0502040204020203" pitchFamily="34" charset="0"/>
                  <a:cs typeface="Segoe UI" panose="020B0502040204020203" pitchFamily="34" charset="0"/>
                </a:rPr>
                <a:t>highest</a:t>
              </a:r>
              <a:r>
                <a:rPr lang="es-ES" sz="2200" b="1" i="1" dirty="0">
                  <a:solidFill>
                    <a:srgbClr val="155A93"/>
                  </a:solidFill>
                  <a:latin typeface="Segoe UI" panose="020B0502040204020203" pitchFamily="34" charset="0"/>
                  <a:ea typeface="Segoe UI Emoji" panose="020B0502040204020203" pitchFamily="34" charset="0"/>
                  <a:cs typeface="Segoe UI" panose="020B0502040204020203" pitchFamily="34" charset="0"/>
                </a:rPr>
                <a:t> </a:t>
              </a:r>
              <a:r>
                <a:rPr lang="es-ES" sz="2200" b="1" i="1" dirty="0" err="1">
                  <a:solidFill>
                    <a:srgbClr val="155A93"/>
                  </a:solidFill>
                  <a:latin typeface="Segoe UI" panose="020B0502040204020203" pitchFamily="34" charset="0"/>
                  <a:ea typeface="Segoe UI Emoji" panose="020B0502040204020203" pitchFamily="34" charset="0"/>
                  <a:cs typeface="Segoe UI" panose="020B0502040204020203" pitchFamily="34" charset="0"/>
                </a:rPr>
                <a:t>maintenance</a:t>
              </a:r>
              <a:r>
                <a:rPr lang="es-ES" sz="2200" b="1" i="1" dirty="0">
                  <a:solidFill>
                    <a:srgbClr val="155A93"/>
                  </a:solidFill>
                  <a:latin typeface="Segoe UI" panose="020B0502040204020203" pitchFamily="34" charset="0"/>
                  <a:ea typeface="Segoe UI Emoji" panose="020B0502040204020203" pitchFamily="34" charset="0"/>
                  <a:cs typeface="Segoe UI" panose="020B0502040204020203" pitchFamily="34" charset="0"/>
                </a:rPr>
                <a:t> </a:t>
              </a:r>
              <a:r>
                <a:rPr lang="es-ES" sz="2200" b="1" i="1" dirty="0" err="1">
                  <a:solidFill>
                    <a:srgbClr val="155A93"/>
                  </a:solidFill>
                  <a:latin typeface="Segoe UI" panose="020B0502040204020203" pitchFamily="34" charset="0"/>
                  <a:ea typeface="Segoe UI Emoji" panose="020B0502040204020203" pitchFamily="34" charset="0"/>
                  <a:cs typeface="Segoe UI" panose="020B0502040204020203" pitchFamily="34" charset="0"/>
                </a:rPr>
                <a:t>costs</a:t>
              </a:r>
              <a:r>
                <a:rPr lang="es-ES" sz="2200" b="1" i="1" dirty="0">
                  <a:solidFill>
                    <a:srgbClr val="155A93"/>
                  </a:solidFill>
                  <a:latin typeface="Segoe UI" panose="020B0502040204020203" pitchFamily="34" charset="0"/>
                  <a:ea typeface="Segoe UI Emoji" panose="020B0502040204020203" pitchFamily="34" charset="0"/>
                  <a:cs typeface="Segoe UI" panose="020B0502040204020203" pitchFamily="34" charset="0"/>
                </a:rPr>
                <a:t> and lowest availability in the farm.</a:t>
              </a:r>
              <a:endParaRPr lang="en-US" sz="2200" b="1" i="1" dirty="0">
                <a:solidFill>
                  <a:srgbClr val="155A93"/>
                </a:solidFill>
                <a:latin typeface="Segoe UI" panose="020B0502040204020203" pitchFamily="34" charset="0"/>
                <a:ea typeface="Segoe UI Emoji" panose="020B0502040204020203" pitchFamily="34" charset="0"/>
                <a:cs typeface="Segoe UI" panose="020B0502040204020203" pitchFamily="34" charset="0"/>
              </a:endParaRPr>
            </a:p>
            <a:p>
              <a:pPr>
                <a:spcBef>
                  <a:spcPts val="1200"/>
                </a:spcBef>
              </a:pPr>
              <a:endParaRPr lang="en-US" sz="2400" i="1" dirty="0">
                <a:solidFill>
                  <a:schemeClr val="tx1">
                    <a:lumMod val="95000"/>
                    <a:lumOff val="5000"/>
                  </a:schemeClr>
                </a:solidFill>
                <a:latin typeface="Segoe UI" panose="020B0502040204020203" pitchFamily="34" charset="0"/>
                <a:ea typeface="Segoe UI Emoji" panose="020B0502040204020203" pitchFamily="34" charset="0"/>
                <a:cs typeface="Segoe UI" panose="020B0502040204020203" pitchFamily="34" charset="0"/>
              </a:endParaRPr>
            </a:p>
          </p:txBody>
        </p:sp>
        <p:grpSp>
          <p:nvGrpSpPr>
            <p:cNvPr id="22" name="Grupo 21">
              <a:extLst>
                <a:ext uri="{FF2B5EF4-FFF2-40B4-BE49-F238E27FC236}">
                  <a16:creationId xmlns:a16="http://schemas.microsoft.com/office/drawing/2014/main" id="{AD6F86BA-1F2F-E37C-7598-5C149975877C}"/>
                </a:ext>
              </a:extLst>
            </p:cNvPr>
            <p:cNvGrpSpPr/>
            <p:nvPr/>
          </p:nvGrpSpPr>
          <p:grpSpPr>
            <a:xfrm>
              <a:off x="12770718" y="6938951"/>
              <a:ext cx="1442587" cy="3207689"/>
              <a:chOff x="9885751" y="6859354"/>
              <a:chExt cx="1442587" cy="3207689"/>
            </a:xfrm>
          </p:grpSpPr>
          <p:sp>
            <p:nvSpPr>
              <p:cNvPr id="23" name="Elipse 22">
                <a:extLst>
                  <a:ext uri="{FF2B5EF4-FFF2-40B4-BE49-F238E27FC236}">
                    <a16:creationId xmlns:a16="http://schemas.microsoft.com/office/drawing/2014/main" id="{7C48D6F6-00F7-C294-BFFB-2F1747D7821E}"/>
                  </a:ext>
                </a:extLst>
              </p:cNvPr>
              <p:cNvSpPr/>
              <p:nvPr/>
            </p:nvSpPr>
            <p:spPr>
              <a:xfrm>
                <a:off x="9885751" y="9790598"/>
                <a:ext cx="313244" cy="276445"/>
              </a:xfrm>
              <a:prstGeom prst="ellipse">
                <a:avLst/>
              </a:prstGeom>
              <a:solidFill>
                <a:schemeClr val="tx1">
                  <a:lumMod val="65000"/>
                  <a:lumOff val="35000"/>
                </a:schemeClr>
              </a:solidFill>
              <a:ln>
                <a:solidFill>
                  <a:schemeClr val="tx1">
                    <a:lumMod val="65000"/>
                    <a:lumOff val="3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5" name="Conector: angular 24">
                <a:extLst>
                  <a:ext uri="{FF2B5EF4-FFF2-40B4-BE49-F238E27FC236}">
                    <a16:creationId xmlns:a16="http://schemas.microsoft.com/office/drawing/2014/main" id="{EA585DAB-7B5E-D3AF-FAE9-3DE92191100F}"/>
                  </a:ext>
                </a:extLst>
              </p:cNvPr>
              <p:cNvCxnSpPr>
                <a:cxnSpLocks/>
                <a:stCxn id="23" idx="0"/>
                <a:endCxn id="26" idx="2"/>
              </p:cNvCxnSpPr>
              <p:nvPr/>
            </p:nvCxnSpPr>
            <p:spPr>
              <a:xfrm rot="5400000" flipH="1" flipV="1">
                <a:off x="9219733" y="7681994"/>
                <a:ext cx="2931245" cy="1285965"/>
              </a:xfrm>
              <a:prstGeom prst="bentConnector2">
                <a:avLst/>
              </a:prstGeom>
              <a:ln w="57150">
                <a:solidFill>
                  <a:schemeClr val="tx1">
                    <a:lumMod val="65000"/>
                    <a:lumOff val="35000"/>
                  </a:schemeClr>
                </a:solidFill>
                <a:prstDash val="dash"/>
                <a:tailEnd type="triangle"/>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697346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
                                        </p:tgtEl>
                                        <p:attrNameLst>
                                          <p:attrName>style.visibility</p:attrName>
                                        </p:attrNameLst>
                                      </p:cBhvr>
                                      <p:to>
                                        <p:strVal val="visible"/>
                                      </p:to>
                                    </p:set>
                                    <p:animEffect transition="in" filter="fade">
                                      <p:cBhvr>
                                        <p:cTn id="12" dur="500"/>
                                        <p:tgtEl>
                                          <p:spTgt spid="9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
                                        </p:tgtEl>
                                        <p:attrNameLst>
                                          <p:attrName>style.visibility</p:attrName>
                                        </p:attrNameLst>
                                      </p:cBhvr>
                                      <p:to>
                                        <p:strVal val="visible"/>
                                      </p:to>
                                    </p:set>
                                    <p:animEffect transition="in" filter="fade">
                                      <p:cBhvr>
                                        <p:cTn id="17" dur="5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0CC11-D45A-D383-1676-A48E3412752A}"/>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0AB1B134-ADA1-3082-7275-981B9743D11B}"/>
              </a:ext>
            </a:extLst>
          </p:cNvPr>
          <p:cNvSpPr/>
          <p:nvPr/>
        </p:nvSpPr>
        <p:spPr>
          <a:xfrm>
            <a:off x="-1" y="-32657"/>
            <a:ext cx="24382413" cy="276445"/>
          </a:xfrm>
          <a:prstGeom prst="rect">
            <a:avLst/>
          </a:prstGeom>
          <a:solidFill>
            <a:srgbClr val="83E2F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sp>
        <p:nvSpPr>
          <p:cNvPr id="4" name="Rectangle 6">
            <a:extLst>
              <a:ext uri="{FF2B5EF4-FFF2-40B4-BE49-F238E27FC236}">
                <a16:creationId xmlns:a16="http://schemas.microsoft.com/office/drawing/2014/main" id="{E224637C-F785-C3C9-66BC-3EB8BC317692}"/>
              </a:ext>
            </a:extLst>
          </p:cNvPr>
          <p:cNvSpPr/>
          <p:nvPr/>
        </p:nvSpPr>
        <p:spPr>
          <a:xfrm>
            <a:off x="0" y="12310231"/>
            <a:ext cx="24382413" cy="1405770"/>
          </a:xfrm>
          <a:prstGeom prst="rect">
            <a:avLst/>
          </a:prstGeom>
          <a:solidFill>
            <a:srgbClr val="74ADF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pic>
        <p:nvPicPr>
          <p:cNvPr id="5" name="Imagen 4" descr="Icono  El contenido generado por IA puede ser incorrecto.">
            <a:extLst>
              <a:ext uri="{FF2B5EF4-FFF2-40B4-BE49-F238E27FC236}">
                <a16:creationId xmlns:a16="http://schemas.microsoft.com/office/drawing/2014/main" id="{32E85D2B-DA5F-43C5-A34B-26282DDC7D06}"/>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3149564" y="12427151"/>
            <a:ext cx="979800" cy="979800"/>
          </a:xfrm>
          <a:prstGeom prst="rect">
            <a:avLst/>
          </a:prstGeom>
        </p:spPr>
      </p:pic>
      <p:sp>
        <p:nvSpPr>
          <p:cNvPr id="6" name="Title 3">
            <a:extLst>
              <a:ext uri="{FF2B5EF4-FFF2-40B4-BE49-F238E27FC236}">
                <a16:creationId xmlns:a16="http://schemas.microsoft.com/office/drawing/2014/main" id="{E24C367E-5C99-EB36-71A9-32FFF4C3A955}"/>
              </a:ext>
            </a:extLst>
          </p:cNvPr>
          <p:cNvSpPr txBox="1">
            <a:spLocks/>
          </p:cNvSpPr>
          <p:nvPr/>
        </p:nvSpPr>
        <p:spPr>
          <a:xfrm>
            <a:off x="459552" y="12503351"/>
            <a:ext cx="19047648" cy="1292659"/>
          </a:xfrm>
          <a:prstGeom prst="rect">
            <a:avLst/>
          </a:prstGeom>
        </p:spPr>
        <p:txBody>
          <a:bodyPr/>
          <a:lstStyle>
            <a:lvl1pPr algn="l" defTabSz="1828709" rtl="0" eaLnBrk="1" latinLnBrk="0" hangingPunct="1">
              <a:lnSpc>
                <a:spcPct val="97000"/>
              </a:lnSpc>
              <a:spcBef>
                <a:spcPct val="0"/>
              </a:spcBef>
              <a:buNone/>
              <a:defRPr sz="4800" b="0" i="0" kern="1200" cap="all" spc="-50" baseline="0">
                <a:solidFill>
                  <a:schemeClr val="tx1"/>
                </a:solidFill>
                <a:latin typeface="+mj-lt"/>
                <a:ea typeface="+mj-ea"/>
                <a:cs typeface="Toyota Type" panose="020B0502020202020204" pitchFamily="34" charset="0"/>
              </a:defRPr>
            </a:lvl1pPr>
          </a:lstStyle>
          <a:p>
            <a:r>
              <a:rPr lang="en-GB" spc="600" dirty="0">
                <a:solidFill>
                  <a:srgbClr val="FFFFFF"/>
                </a:solidFill>
                <a:latin typeface="Segoe UI Variable Small Semibol" pitchFamily="2" charset="0"/>
                <a:ea typeface="Segoe UI Emoji" panose="020B0502040204020203" pitchFamily="34" charset="0"/>
                <a:cs typeface="Toyota Type Semibold" panose="020B0702020202020204" pitchFamily="34" charset="0"/>
              </a:rPr>
              <a:t>|| 6. EXPLORATORY ANALYSIS</a:t>
            </a:r>
          </a:p>
        </p:txBody>
      </p:sp>
      <p:sp>
        <p:nvSpPr>
          <p:cNvPr id="8" name="Rectángulo: esquinas diagonales redondeadas 7">
            <a:extLst>
              <a:ext uri="{FF2B5EF4-FFF2-40B4-BE49-F238E27FC236}">
                <a16:creationId xmlns:a16="http://schemas.microsoft.com/office/drawing/2014/main" id="{CFECBCE5-F7A1-BC7F-AEEE-B5686A629518}"/>
              </a:ext>
            </a:extLst>
          </p:cNvPr>
          <p:cNvSpPr>
            <a:spLocks noGrp="1" noRot="1" noMove="1" noResize="1" noEditPoints="1" noAdjustHandles="1" noChangeArrowheads="1" noChangeShapeType="1"/>
          </p:cNvSpPr>
          <p:nvPr/>
        </p:nvSpPr>
        <p:spPr>
          <a:xfrm>
            <a:off x="1332150" y="243788"/>
            <a:ext cx="21865591" cy="12066443"/>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3B413DBC-C420-A08B-F73D-C6B4BBF42586}"/>
              </a:ext>
            </a:extLst>
          </p:cNvPr>
          <p:cNvSpPr txBox="1"/>
          <p:nvPr/>
        </p:nvSpPr>
        <p:spPr>
          <a:xfrm>
            <a:off x="4564233" y="548100"/>
            <a:ext cx="17783967" cy="830997"/>
          </a:xfrm>
          <a:prstGeom prst="rect">
            <a:avLst/>
          </a:prstGeom>
          <a:noFill/>
        </p:spPr>
        <p:txBody>
          <a:bodyPr wrap="square" rtlCol="0">
            <a:spAutoFit/>
          </a:bodyPr>
          <a:lstStyle/>
          <a:p>
            <a:r>
              <a:rPr lang="es-AR" sz="4800" b="1" spc="600" dirty="0">
                <a:solidFill>
                  <a:schemeClr val="tx2"/>
                </a:solidFill>
                <a:latin typeface="Segoe UI Variable Display Light" pitchFamily="2" charset="0"/>
              </a:rPr>
              <a:t>Operational Reliability</a:t>
            </a:r>
            <a:endParaRPr lang="en-US" sz="4800" b="1" spc="600" dirty="0">
              <a:solidFill>
                <a:schemeClr val="tx2"/>
              </a:solidFill>
              <a:latin typeface="Segoe UI Variable Display Light" pitchFamily="2" charset="0"/>
            </a:endParaRPr>
          </a:p>
        </p:txBody>
      </p:sp>
      <p:sp>
        <p:nvSpPr>
          <p:cNvPr id="11" name="Flecha: cheurón 10">
            <a:extLst>
              <a:ext uri="{FF2B5EF4-FFF2-40B4-BE49-F238E27FC236}">
                <a16:creationId xmlns:a16="http://schemas.microsoft.com/office/drawing/2014/main" id="{D413629C-8222-CD29-66DF-07649826C767}"/>
              </a:ext>
            </a:extLst>
          </p:cNvPr>
          <p:cNvSpPr/>
          <p:nvPr/>
        </p:nvSpPr>
        <p:spPr>
          <a:xfrm>
            <a:off x="2621277" y="546902"/>
            <a:ext cx="876300" cy="799587"/>
          </a:xfrm>
          <a:prstGeom prst="chevron">
            <a:avLst/>
          </a:prstGeom>
          <a:gradFill>
            <a:gsLst>
              <a:gs pos="0">
                <a:srgbClr val="74ADFA"/>
              </a:gs>
              <a:gs pos="100000">
                <a:srgbClr val="4FD1FF"/>
              </a:gs>
            </a:gsLst>
            <a:lin ang="5400000" scaled="1"/>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Flecha: cheurón 11">
            <a:extLst>
              <a:ext uri="{FF2B5EF4-FFF2-40B4-BE49-F238E27FC236}">
                <a16:creationId xmlns:a16="http://schemas.microsoft.com/office/drawing/2014/main" id="{4F411BB3-33D6-9456-532C-E4E68CAE9C6A}"/>
              </a:ext>
            </a:extLst>
          </p:cNvPr>
          <p:cNvSpPr/>
          <p:nvPr/>
        </p:nvSpPr>
        <p:spPr>
          <a:xfrm>
            <a:off x="3331059" y="546902"/>
            <a:ext cx="876300" cy="799587"/>
          </a:xfrm>
          <a:prstGeom prst="chevron">
            <a:avLst/>
          </a:prstGeom>
          <a:gradFill>
            <a:gsLst>
              <a:gs pos="0">
                <a:srgbClr val="74ADFA"/>
              </a:gs>
              <a:gs pos="100000">
                <a:srgbClr val="4FD1FF"/>
              </a:gs>
            </a:gsLst>
            <a:lin ang="5400000" scaled="1"/>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20" name="Imagen 19">
            <a:extLst>
              <a:ext uri="{FF2B5EF4-FFF2-40B4-BE49-F238E27FC236}">
                <a16:creationId xmlns:a16="http://schemas.microsoft.com/office/drawing/2014/main" id="{011A8C6D-46DF-6777-9CA5-6B0BFCD480E0}"/>
              </a:ext>
            </a:extLst>
          </p:cNvPr>
          <p:cNvPicPr>
            <a:picLocks noChangeAspect="1"/>
          </p:cNvPicPr>
          <p:nvPr/>
        </p:nvPicPr>
        <p:blipFill>
          <a:blip r:embed="rId4"/>
          <a:srcRect t="440"/>
          <a:stretch>
            <a:fillRect/>
          </a:stretch>
        </p:blipFill>
        <p:spPr>
          <a:xfrm>
            <a:off x="8851461" y="1917599"/>
            <a:ext cx="6637986" cy="3231599"/>
          </a:xfrm>
          <a:prstGeom prst="rect">
            <a:avLst/>
          </a:prstGeom>
          <a:ln>
            <a:solidFill>
              <a:schemeClr val="tx2">
                <a:lumMod val="60000"/>
                <a:lumOff val="40000"/>
              </a:schemeClr>
            </a:solidFill>
          </a:ln>
        </p:spPr>
      </p:pic>
      <p:grpSp>
        <p:nvGrpSpPr>
          <p:cNvPr id="100" name="Grupo 99">
            <a:extLst>
              <a:ext uri="{FF2B5EF4-FFF2-40B4-BE49-F238E27FC236}">
                <a16:creationId xmlns:a16="http://schemas.microsoft.com/office/drawing/2014/main" id="{04C01DC4-D646-F67C-187E-9D3CF93BD0F3}"/>
              </a:ext>
            </a:extLst>
          </p:cNvPr>
          <p:cNvGrpSpPr/>
          <p:nvPr/>
        </p:nvGrpSpPr>
        <p:grpSpPr>
          <a:xfrm>
            <a:off x="1876926" y="1920245"/>
            <a:ext cx="8629488" cy="2798035"/>
            <a:chOff x="1876926" y="1920245"/>
            <a:chExt cx="8629488" cy="2798035"/>
          </a:xfrm>
        </p:grpSpPr>
        <p:sp>
          <p:nvSpPr>
            <p:cNvPr id="33" name="Rectángulo: esquinas diagonales redondeadas 32">
              <a:extLst>
                <a:ext uri="{FF2B5EF4-FFF2-40B4-BE49-F238E27FC236}">
                  <a16:creationId xmlns:a16="http://schemas.microsoft.com/office/drawing/2014/main" id="{EBB50510-9B0E-17C9-3BD5-E04DB27852B4}"/>
                </a:ext>
              </a:extLst>
            </p:cNvPr>
            <p:cNvSpPr>
              <a:spLocks/>
            </p:cNvSpPr>
            <p:nvPr/>
          </p:nvSpPr>
          <p:spPr>
            <a:xfrm>
              <a:off x="1876926" y="1920245"/>
              <a:ext cx="6049980" cy="2113046"/>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8" name="Grupo 37">
              <a:extLst>
                <a:ext uri="{FF2B5EF4-FFF2-40B4-BE49-F238E27FC236}">
                  <a16:creationId xmlns:a16="http://schemas.microsoft.com/office/drawing/2014/main" id="{60A438AB-2932-36B5-D470-D501C7830ECA}"/>
                </a:ext>
              </a:extLst>
            </p:cNvPr>
            <p:cNvGrpSpPr/>
            <p:nvPr/>
          </p:nvGrpSpPr>
          <p:grpSpPr>
            <a:xfrm>
              <a:off x="7687599" y="2620922"/>
              <a:ext cx="2818815" cy="606529"/>
              <a:chOff x="8153421" y="9526318"/>
              <a:chExt cx="2818815" cy="606529"/>
            </a:xfrm>
          </p:grpSpPr>
          <p:sp>
            <p:nvSpPr>
              <p:cNvPr id="39" name="Elipse 38">
                <a:extLst>
                  <a:ext uri="{FF2B5EF4-FFF2-40B4-BE49-F238E27FC236}">
                    <a16:creationId xmlns:a16="http://schemas.microsoft.com/office/drawing/2014/main" id="{E871F9D2-D767-05DA-BA13-B4AC1CA2A8D7}"/>
                  </a:ext>
                </a:extLst>
              </p:cNvPr>
              <p:cNvSpPr/>
              <p:nvPr/>
            </p:nvSpPr>
            <p:spPr>
              <a:xfrm>
                <a:off x="10658992" y="9856402"/>
                <a:ext cx="313244" cy="276445"/>
              </a:xfrm>
              <a:prstGeom prst="ellipse">
                <a:avLst/>
              </a:prstGeom>
              <a:solidFill>
                <a:schemeClr val="tx1">
                  <a:lumMod val="65000"/>
                  <a:lumOff val="35000"/>
                </a:schemeClr>
              </a:solidFill>
              <a:ln>
                <a:solidFill>
                  <a:schemeClr val="tx1">
                    <a:lumMod val="65000"/>
                    <a:lumOff val="3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cxnSp>
            <p:nvCxnSpPr>
              <p:cNvPr id="40" name="Conector: angular 39">
                <a:extLst>
                  <a:ext uri="{FF2B5EF4-FFF2-40B4-BE49-F238E27FC236}">
                    <a16:creationId xmlns:a16="http://schemas.microsoft.com/office/drawing/2014/main" id="{422D0CC6-6E50-13A0-95F2-56D1AFD9D098}"/>
                  </a:ext>
                </a:extLst>
              </p:cNvPr>
              <p:cNvCxnSpPr>
                <a:cxnSpLocks/>
              </p:cNvCxnSpPr>
              <p:nvPr/>
            </p:nvCxnSpPr>
            <p:spPr>
              <a:xfrm rot="10800000">
                <a:off x="8153421" y="9526318"/>
                <a:ext cx="2601144" cy="456784"/>
              </a:xfrm>
              <a:prstGeom prst="bentConnector3">
                <a:avLst>
                  <a:gd name="adj1" fmla="val 73232"/>
                </a:avLst>
              </a:prstGeom>
              <a:ln w="57150">
                <a:solidFill>
                  <a:schemeClr val="tx1">
                    <a:lumMod val="65000"/>
                    <a:lumOff val="35000"/>
                  </a:schemeClr>
                </a:solidFill>
                <a:prstDash val="dash"/>
                <a:tailEnd type="triangle"/>
              </a:ln>
            </p:spPr>
            <p:style>
              <a:lnRef idx="1">
                <a:schemeClr val="dk1"/>
              </a:lnRef>
              <a:fillRef idx="0">
                <a:schemeClr val="dk1"/>
              </a:fillRef>
              <a:effectRef idx="0">
                <a:schemeClr val="dk1"/>
              </a:effectRef>
              <a:fontRef idx="minor">
                <a:schemeClr val="tx1"/>
              </a:fontRef>
            </p:style>
          </p:cxnSp>
        </p:grpSp>
        <p:sp>
          <p:nvSpPr>
            <p:cNvPr id="45" name="Text Placeholder 4">
              <a:extLst>
                <a:ext uri="{FF2B5EF4-FFF2-40B4-BE49-F238E27FC236}">
                  <a16:creationId xmlns:a16="http://schemas.microsoft.com/office/drawing/2014/main" id="{6FCBCDA3-D7C7-C5CB-CA2F-A36AC7F2B2FF}"/>
                </a:ext>
              </a:extLst>
            </p:cNvPr>
            <p:cNvSpPr txBox="1">
              <a:spLocks/>
            </p:cNvSpPr>
            <p:nvPr/>
          </p:nvSpPr>
          <p:spPr>
            <a:xfrm>
              <a:off x="2341712" y="2264283"/>
              <a:ext cx="5177599" cy="2453997"/>
            </a:xfrm>
            <a:prstGeom prst="rect">
              <a:avLst/>
            </a:prstGeom>
          </p:spPr>
          <p:txBody>
            <a:bodyPr vert="horz" lIns="91440" tIns="45720" rIns="91440" bIns="45720" rtlCol="0">
              <a:no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n-US" sz="2200" b="1" dirty="0">
                  <a:solidFill>
                    <a:schemeClr val="tx1">
                      <a:lumMod val="95000"/>
                      <a:lumOff val="5000"/>
                    </a:schemeClr>
                  </a:solidFill>
                  <a:latin typeface="Segoe UI" panose="020B0502040204020203" pitchFamily="34" charset="0"/>
                  <a:cs typeface="Segoe UI" panose="020B0502040204020203" pitchFamily="34" charset="0"/>
                </a:rPr>
                <a:t>T003 </a:t>
              </a:r>
              <a:r>
                <a:rPr lang="en-US" sz="2200" dirty="0">
                  <a:solidFill>
                    <a:schemeClr val="tx1">
                      <a:lumMod val="95000"/>
                      <a:lumOff val="5000"/>
                    </a:schemeClr>
                  </a:solidFill>
                  <a:latin typeface="Segoe UI" panose="020B0502040204020203" pitchFamily="34" charset="0"/>
                  <a:cs typeface="Segoe UI" panose="020B0502040204020203" pitchFamily="34" charset="0"/>
                </a:rPr>
                <a:t>records the highest number of corrective maintenance events in the fleet, with no preventive interventions recorded.</a:t>
              </a:r>
              <a:endParaRPr lang="en-US" sz="2200" i="1" dirty="0">
                <a:solidFill>
                  <a:schemeClr val="tx1">
                    <a:lumMod val="95000"/>
                    <a:lumOff val="5000"/>
                  </a:schemeClr>
                </a:solidFill>
                <a:latin typeface="Segoe UI" panose="020B0502040204020203" pitchFamily="34" charset="0"/>
                <a:ea typeface="Segoe UI Emoji" panose="020B0502040204020203" pitchFamily="34" charset="0"/>
                <a:cs typeface="Segoe UI" panose="020B0502040204020203" pitchFamily="34" charset="0"/>
              </a:endParaRPr>
            </a:p>
          </p:txBody>
        </p:sp>
      </p:grpSp>
      <p:grpSp>
        <p:nvGrpSpPr>
          <p:cNvPr id="102" name="Grupo 101">
            <a:extLst>
              <a:ext uri="{FF2B5EF4-FFF2-40B4-BE49-F238E27FC236}">
                <a16:creationId xmlns:a16="http://schemas.microsoft.com/office/drawing/2014/main" id="{B9C17248-CC8F-13DC-E3EB-50D55B597FC7}"/>
              </a:ext>
            </a:extLst>
          </p:cNvPr>
          <p:cNvGrpSpPr/>
          <p:nvPr/>
        </p:nvGrpSpPr>
        <p:grpSpPr>
          <a:xfrm>
            <a:off x="13499254" y="1662551"/>
            <a:ext cx="8513034" cy="3410674"/>
            <a:chOff x="13337890" y="1662551"/>
            <a:chExt cx="8513034" cy="3410674"/>
          </a:xfrm>
        </p:grpSpPr>
        <p:grpSp>
          <p:nvGrpSpPr>
            <p:cNvPr id="101" name="Grupo 100">
              <a:extLst>
                <a:ext uri="{FF2B5EF4-FFF2-40B4-BE49-F238E27FC236}">
                  <a16:creationId xmlns:a16="http://schemas.microsoft.com/office/drawing/2014/main" id="{AFD01FA0-5476-C140-150D-FC3DA18FFB2F}"/>
                </a:ext>
              </a:extLst>
            </p:cNvPr>
            <p:cNvGrpSpPr/>
            <p:nvPr/>
          </p:nvGrpSpPr>
          <p:grpSpPr>
            <a:xfrm>
              <a:off x="13337890" y="2857231"/>
              <a:ext cx="2463053" cy="2215994"/>
              <a:chOff x="13337890" y="2857231"/>
              <a:chExt cx="2463053" cy="2215994"/>
            </a:xfrm>
          </p:grpSpPr>
          <p:grpSp>
            <p:nvGrpSpPr>
              <p:cNvPr id="35" name="Grupo 34">
                <a:extLst>
                  <a:ext uri="{FF2B5EF4-FFF2-40B4-BE49-F238E27FC236}">
                    <a16:creationId xmlns:a16="http://schemas.microsoft.com/office/drawing/2014/main" id="{5817B02D-1196-92D7-4902-857D76CDC801}"/>
                  </a:ext>
                </a:extLst>
              </p:cNvPr>
              <p:cNvGrpSpPr/>
              <p:nvPr/>
            </p:nvGrpSpPr>
            <p:grpSpPr>
              <a:xfrm>
                <a:off x="14072632" y="2857231"/>
                <a:ext cx="1728311" cy="771036"/>
                <a:chOff x="9404066" y="9118088"/>
                <a:chExt cx="2506878" cy="771036"/>
              </a:xfrm>
            </p:grpSpPr>
            <p:sp>
              <p:nvSpPr>
                <p:cNvPr id="36" name="Elipse 35">
                  <a:extLst>
                    <a:ext uri="{FF2B5EF4-FFF2-40B4-BE49-F238E27FC236}">
                      <a16:creationId xmlns:a16="http://schemas.microsoft.com/office/drawing/2014/main" id="{774C158D-5FD9-94BF-9F90-EBC76DB784DC}"/>
                    </a:ext>
                  </a:extLst>
                </p:cNvPr>
                <p:cNvSpPr/>
                <p:nvPr/>
              </p:nvSpPr>
              <p:spPr>
                <a:xfrm>
                  <a:off x="9404066" y="9608692"/>
                  <a:ext cx="418974" cy="280432"/>
                </a:xfrm>
                <a:prstGeom prst="ellipse">
                  <a:avLst/>
                </a:prstGeom>
                <a:solidFill>
                  <a:schemeClr val="tx1">
                    <a:lumMod val="65000"/>
                    <a:lumOff val="35000"/>
                  </a:schemeClr>
                </a:solidFill>
                <a:ln>
                  <a:solidFill>
                    <a:schemeClr val="tx1">
                      <a:lumMod val="65000"/>
                      <a:lumOff val="3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cxnSp>
              <p:nvCxnSpPr>
                <p:cNvPr id="37" name="Conector: angular 36">
                  <a:extLst>
                    <a:ext uri="{FF2B5EF4-FFF2-40B4-BE49-F238E27FC236}">
                      <a16:creationId xmlns:a16="http://schemas.microsoft.com/office/drawing/2014/main" id="{E6DC2552-48F2-BF17-2F28-7352D70CC6B9}"/>
                    </a:ext>
                  </a:extLst>
                </p:cNvPr>
                <p:cNvCxnSpPr>
                  <a:cxnSpLocks/>
                  <a:stCxn id="36" idx="0"/>
                  <a:endCxn id="52" idx="2"/>
                </p:cNvCxnSpPr>
                <p:nvPr/>
              </p:nvCxnSpPr>
              <p:spPr>
                <a:xfrm rot="5400000" flipH="1" flipV="1">
                  <a:off x="10516946" y="8214695"/>
                  <a:ext cx="490605" cy="2297391"/>
                </a:xfrm>
                <a:prstGeom prst="bentConnector2">
                  <a:avLst/>
                </a:prstGeom>
                <a:ln w="57150">
                  <a:solidFill>
                    <a:schemeClr val="tx1">
                      <a:lumMod val="65000"/>
                      <a:lumOff val="35000"/>
                    </a:schemeClr>
                  </a:solidFill>
                  <a:prstDash val="dash"/>
                  <a:tailEnd type="triangle"/>
                </a:ln>
              </p:spPr>
              <p:style>
                <a:lnRef idx="1">
                  <a:schemeClr val="dk1"/>
                </a:lnRef>
                <a:fillRef idx="0">
                  <a:schemeClr val="dk1"/>
                </a:fillRef>
                <a:effectRef idx="0">
                  <a:schemeClr val="dk1"/>
                </a:effectRef>
                <a:fontRef idx="minor">
                  <a:schemeClr val="tx1"/>
                </a:fontRef>
              </p:style>
            </p:cxnSp>
          </p:grpSp>
          <p:sp>
            <p:nvSpPr>
              <p:cNvPr id="50" name="Rectángulo: esquinas redondeadas 49">
                <a:extLst>
                  <a:ext uri="{FF2B5EF4-FFF2-40B4-BE49-F238E27FC236}">
                    <a16:creationId xmlns:a16="http://schemas.microsoft.com/office/drawing/2014/main" id="{9D32BB18-B31F-F006-5B64-9797CD3E3065}"/>
                  </a:ext>
                </a:extLst>
              </p:cNvPr>
              <p:cNvSpPr/>
              <p:nvPr/>
            </p:nvSpPr>
            <p:spPr>
              <a:xfrm>
                <a:off x="13337890" y="3522680"/>
                <a:ext cx="1778978" cy="1550545"/>
              </a:xfrm>
              <a:prstGeom prst="roundRect">
                <a:avLst/>
              </a:prstGeom>
              <a:ln w="57150">
                <a:solidFill>
                  <a:schemeClr val="tx1">
                    <a:lumMod val="65000"/>
                    <a:lumOff val="35000"/>
                  </a:schemeClr>
                </a:solidFill>
                <a:prstDash val="dash"/>
                <a:tailEnd type="triangle"/>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grpSp>
        <p:sp>
          <p:nvSpPr>
            <p:cNvPr id="52" name="Rectángulo: esquinas diagonales redondeadas 51">
              <a:extLst>
                <a:ext uri="{FF2B5EF4-FFF2-40B4-BE49-F238E27FC236}">
                  <a16:creationId xmlns:a16="http://schemas.microsoft.com/office/drawing/2014/main" id="{F25FC1FE-46C3-87A4-DB57-43C9E22140CC}"/>
                </a:ext>
              </a:extLst>
            </p:cNvPr>
            <p:cNvSpPr>
              <a:spLocks/>
            </p:cNvSpPr>
            <p:nvPr/>
          </p:nvSpPr>
          <p:spPr>
            <a:xfrm>
              <a:off x="15800944" y="1662551"/>
              <a:ext cx="6049980" cy="2389358"/>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 Placeholder 4">
              <a:extLst>
                <a:ext uri="{FF2B5EF4-FFF2-40B4-BE49-F238E27FC236}">
                  <a16:creationId xmlns:a16="http://schemas.microsoft.com/office/drawing/2014/main" id="{597FDEE2-1271-FE06-4263-9A3F3F832A67}"/>
                </a:ext>
              </a:extLst>
            </p:cNvPr>
            <p:cNvSpPr txBox="1">
              <a:spLocks/>
            </p:cNvSpPr>
            <p:nvPr/>
          </p:nvSpPr>
          <p:spPr>
            <a:xfrm>
              <a:off x="16329307" y="1919579"/>
              <a:ext cx="5282402" cy="1907331"/>
            </a:xfrm>
            <a:prstGeom prst="rect">
              <a:avLst/>
            </a:prstGeom>
          </p:spPr>
          <p:txBody>
            <a:bodyPr vert="horz" lIns="91440" tIns="45720" rIns="91440" bIns="45720" rtlCol="0">
              <a:no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n-US" sz="2200" b="1" dirty="0">
                  <a:latin typeface="Segoe UI" panose="020B0502040204020203" pitchFamily="34" charset="0"/>
                  <a:ea typeface="Segoe UI Emoji" panose="020B0502040204020203" pitchFamily="34" charset="0"/>
                  <a:cs typeface="Segoe UI" panose="020B0502040204020203" pitchFamily="34" charset="0"/>
                </a:rPr>
                <a:t>T008, T009 and T010 </a:t>
              </a:r>
              <a:r>
                <a:rPr lang="en-US" sz="2200" dirty="0">
                  <a:latin typeface="Segoe UI" panose="020B0502040204020203" pitchFamily="34" charset="0"/>
                  <a:ea typeface="Segoe UI Emoji" panose="020B0502040204020203" pitchFamily="34" charset="0"/>
                  <a:cs typeface="Segoe UI" panose="020B0502040204020203" pitchFamily="34" charset="0"/>
                </a:rPr>
                <a:t>show minimal maintenance activity, mostly preventive (only 2 corrective interventions), indicating strong operational reliability. </a:t>
              </a:r>
            </a:p>
          </p:txBody>
        </p:sp>
      </p:grpSp>
      <p:pic>
        <p:nvPicPr>
          <p:cNvPr id="28" name="Imagen 27">
            <a:extLst>
              <a:ext uri="{FF2B5EF4-FFF2-40B4-BE49-F238E27FC236}">
                <a16:creationId xmlns:a16="http://schemas.microsoft.com/office/drawing/2014/main" id="{4BFF8EB5-0BEC-1902-38F3-2EA86DBE94E0}"/>
              </a:ext>
            </a:extLst>
          </p:cNvPr>
          <p:cNvPicPr>
            <a:picLocks noChangeAspect="1"/>
          </p:cNvPicPr>
          <p:nvPr/>
        </p:nvPicPr>
        <p:blipFill>
          <a:blip r:embed="rId5"/>
          <a:srcRect t="604"/>
          <a:stretch>
            <a:fillRect/>
          </a:stretch>
        </p:blipFill>
        <p:spPr>
          <a:xfrm>
            <a:off x="8496986" y="5372100"/>
            <a:ext cx="6739310" cy="6654371"/>
          </a:xfrm>
          <a:prstGeom prst="rect">
            <a:avLst/>
          </a:prstGeom>
          <a:ln>
            <a:solidFill>
              <a:schemeClr val="tx2">
                <a:lumMod val="60000"/>
                <a:lumOff val="40000"/>
              </a:schemeClr>
            </a:solidFill>
          </a:ln>
        </p:spPr>
      </p:pic>
      <p:grpSp>
        <p:nvGrpSpPr>
          <p:cNvPr id="103" name="Grupo 102">
            <a:extLst>
              <a:ext uri="{FF2B5EF4-FFF2-40B4-BE49-F238E27FC236}">
                <a16:creationId xmlns:a16="http://schemas.microsoft.com/office/drawing/2014/main" id="{DE9855AC-10F8-AA1D-6513-FC94BCDBD656}"/>
              </a:ext>
            </a:extLst>
          </p:cNvPr>
          <p:cNvGrpSpPr/>
          <p:nvPr/>
        </p:nvGrpSpPr>
        <p:grpSpPr>
          <a:xfrm>
            <a:off x="3853543" y="5601416"/>
            <a:ext cx="4710132" cy="1586076"/>
            <a:chOff x="3853543" y="5601416"/>
            <a:chExt cx="4710132" cy="1586076"/>
          </a:xfrm>
        </p:grpSpPr>
        <p:sp>
          <p:nvSpPr>
            <p:cNvPr id="59" name="Rectángulo: esquinas diagonales redondeadas 58">
              <a:extLst>
                <a:ext uri="{FF2B5EF4-FFF2-40B4-BE49-F238E27FC236}">
                  <a16:creationId xmlns:a16="http://schemas.microsoft.com/office/drawing/2014/main" id="{FFC5BFE2-4882-CD9C-EBF6-51D0CB588065}"/>
                </a:ext>
              </a:extLst>
            </p:cNvPr>
            <p:cNvSpPr>
              <a:spLocks/>
            </p:cNvSpPr>
            <p:nvPr/>
          </p:nvSpPr>
          <p:spPr>
            <a:xfrm>
              <a:off x="3853543" y="5601416"/>
              <a:ext cx="3298044" cy="937510"/>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0" name="Grupo 59">
              <a:extLst>
                <a:ext uri="{FF2B5EF4-FFF2-40B4-BE49-F238E27FC236}">
                  <a16:creationId xmlns:a16="http://schemas.microsoft.com/office/drawing/2014/main" id="{FEA4A093-AD2F-11A8-FE1D-D7C772BAE779}"/>
                </a:ext>
              </a:extLst>
            </p:cNvPr>
            <p:cNvGrpSpPr/>
            <p:nvPr/>
          </p:nvGrpSpPr>
          <p:grpSpPr>
            <a:xfrm>
              <a:off x="7151588" y="6070171"/>
              <a:ext cx="1412087" cy="1117321"/>
              <a:chOff x="7743725" y="9498305"/>
              <a:chExt cx="1412087" cy="1117321"/>
            </a:xfrm>
          </p:grpSpPr>
          <p:sp>
            <p:nvSpPr>
              <p:cNvPr id="61" name="Elipse 60">
                <a:extLst>
                  <a:ext uri="{FF2B5EF4-FFF2-40B4-BE49-F238E27FC236}">
                    <a16:creationId xmlns:a16="http://schemas.microsoft.com/office/drawing/2014/main" id="{9949DCA6-838D-B10B-3171-C54AC15D73C7}"/>
                  </a:ext>
                </a:extLst>
              </p:cNvPr>
              <p:cNvSpPr/>
              <p:nvPr/>
            </p:nvSpPr>
            <p:spPr>
              <a:xfrm>
                <a:off x="8842560" y="10339181"/>
                <a:ext cx="313244" cy="276445"/>
              </a:xfrm>
              <a:prstGeom prst="ellipse">
                <a:avLst/>
              </a:prstGeom>
              <a:solidFill>
                <a:schemeClr val="tx1">
                  <a:lumMod val="65000"/>
                  <a:lumOff val="35000"/>
                </a:schemeClr>
              </a:solidFill>
              <a:ln>
                <a:solidFill>
                  <a:schemeClr val="tx1">
                    <a:lumMod val="65000"/>
                    <a:lumOff val="3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62" name="Conector: angular 61">
                <a:extLst>
                  <a:ext uri="{FF2B5EF4-FFF2-40B4-BE49-F238E27FC236}">
                    <a16:creationId xmlns:a16="http://schemas.microsoft.com/office/drawing/2014/main" id="{8DBFA93B-D933-D52C-CD55-4FD65FEC1FD4}"/>
                  </a:ext>
                </a:extLst>
              </p:cNvPr>
              <p:cNvCxnSpPr>
                <a:cxnSpLocks/>
                <a:endCxn id="59" idx="0"/>
              </p:cNvCxnSpPr>
              <p:nvPr/>
            </p:nvCxnSpPr>
            <p:spPr>
              <a:xfrm rot="10800000">
                <a:off x="7743725" y="9498305"/>
                <a:ext cx="1412087" cy="1017708"/>
              </a:xfrm>
              <a:prstGeom prst="bentConnector3">
                <a:avLst>
                  <a:gd name="adj1" fmla="val 50000"/>
                </a:avLst>
              </a:prstGeom>
              <a:ln w="57150">
                <a:solidFill>
                  <a:schemeClr val="tx1">
                    <a:lumMod val="65000"/>
                    <a:lumOff val="35000"/>
                  </a:schemeClr>
                </a:solidFill>
                <a:prstDash val="dash"/>
                <a:tailEnd type="triangle"/>
              </a:ln>
            </p:spPr>
            <p:style>
              <a:lnRef idx="1">
                <a:schemeClr val="dk1"/>
              </a:lnRef>
              <a:fillRef idx="0">
                <a:schemeClr val="dk1"/>
              </a:fillRef>
              <a:effectRef idx="0">
                <a:schemeClr val="dk1"/>
              </a:effectRef>
              <a:fontRef idx="minor">
                <a:schemeClr val="tx1"/>
              </a:fontRef>
            </p:style>
          </p:cxnSp>
        </p:grpSp>
        <p:sp>
          <p:nvSpPr>
            <p:cNvPr id="63" name="Text Placeholder 4">
              <a:extLst>
                <a:ext uri="{FF2B5EF4-FFF2-40B4-BE49-F238E27FC236}">
                  <a16:creationId xmlns:a16="http://schemas.microsoft.com/office/drawing/2014/main" id="{B656F6E4-A1AE-8194-BA5E-BEA8B91AD5A3}"/>
                </a:ext>
              </a:extLst>
            </p:cNvPr>
            <p:cNvSpPr txBox="1">
              <a:spLocks/>
            </p:cNvSpPr>
            <p:nvPr/>
          </p:nvSpPr>
          <p:spPr>
            <a:xfrm>
              <a:off x="4142215" y="5829656"/>
              <a:ext cx="2710887" cy="895794"/>
            </a:xfrm>
            <a:prstGeom prst="rect">
              <a:avLst/>
            </a:prstGeom>
          </p:spPr>
          <p:txBody>
            <a:bodyPr vert="horz" lIns="91440" tIns="45720" rIns="91440" bIns="45720" rtlCol="0">
              <a:no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s-AR" sz="2200" dirty="0">
                  <a:solidFill>
                    <a:schemeClr val="tx1">
                      <a:lumMod val="95000"/>
                      <a:lumOff val="5000"/>
                    </a:schemeClr>
                  </a:solidFill>
                  <a:latin typeface="Segoe UI" panose="020B0502040204020203" pitchFamily="34" charset="0"/>
                  <a:cs typeface="Segoe UI" panose="020B0502040204020203" pitchFamily="34" charset="0"/>
                </a:rPr>
                <a:t>Highest costs: </a:t>
              </a:r>
              <a:r>
                <a:rPr lang="es-AR" sz="2200" b="1" dirty="0">
                  <a:solidFill>
                    <a:schemeClr val="tx1">
                      <a:lumMod val="95000"/>
                      <a:lumOff val="5000"/>
                    </a:schemeClr>
                  </a:solidFill>
                  <a:latin typeface="Segoe UI" panose="020B0502040204020203" pitchFamily="34" charset="0"/>
                  <a:cs typeface="Segoe UI" panose="020B0502040204020203" pitchFamily="34" charset="0"/>
                </a:rPr>
                <a:t>T003</a:t>
              </a:r>
              <a:endParaRPr lang="en-US" sz="2200" b="1" i="1" dirty="0">
                <a:solidFill>
                  <a:schemeClr val="tx1">
                    <a:lumMod val="95000"/>
                    <a:lumOff val="5000"/>
                  </a:schemeClr>
                </a:solidFill>
                <a:latin typeface="Segoe UI" panose="020B0502040204020203" pitchFamily="34" charset="0"/>
                <a:ea typeface="Segoe UI Emoji" panose="020B0502040204020203" pitchFamily="34" charset="0"/>
                <a:cs typeface="Segoe UI" panose="020B0502040204020203" pitchFamily="34" charset="0"/>
              </a:endParaRPr>
            </a:p>
          </p:txBody>
        </p:sp>
      </p:grpSp>
      <p:grpSp>
        <p:nvGrpSpPr>
          <p:cNvPr id="104" name="Grupo 103">
            <a:extLst>
              <a:ext uri="{FF2B5EF4-FFF2-40B4-BE49-F238E27FC236}">
                <a16:creationId xmlns:a16="http://schemas.microsoft.com/office/drawing/2014/main" id="{307F4CEC-960A-7536-3B83-8BFEE19F72AE}"/>
              </a:ext>
            </a:extLst>
          </p:cNvPr>
          <p:cNvGrpSpPr/>
          <p:nvPr/>
        </p:nvGrpSpPr>
        <p:grpSpPr>
          <a:xfrm>
            <a:off x="8506116" y="10388931"/>
            <a:ext cx="12750255" cy="1574468"/>
            <a:chOff x="8506116" y="10388931"/>
            <a:chExt cx="12750255" cy="1574468"/>
          </a:xfrm>
        </p:grpSpPr>
        <p:sp>
          <p:nvSpPr>
            <p:cNvPr id="64" name="Rectángulo: esquinas diagonales redondeadas 63">
              <a:extLst>
                <a:ext uri="{FF2B5EF4-FFF2-40B4-BE49-F238E27FC236}">
                  <a16:creationId xmlns:a16="http://schemas.microsoft.com/office/drawing/2014/main" id="{8601E8A3-2BDB-50D5-A667-B1D67B2BA17D}"/>
                </a:ext>
              </a:extLst>
            </p:cNvPr>
            <p:cNvSpPr>
              <a:spLocks/>
            </p:cNvSpPr>
            <p:nvPr/>
          </p:nvSpPr>
          <p:spPr>
            <a:xfrm>
              <a:off x="16093268" y="10602177"/>
              <a:ext cx="4653317" cy="1029055"/>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Text Placeholder 4">
              <a:extLst>
                <a:ext uri="{FF2B5EF4-FFF2-40B4-BE49-F238E27FC236}">
                  <a16:creationId xmlns:a16="http://schemas.microsoft.com/office/drawing/2014/main" id="{632F3AD9-646E-A865-BFED-ADCA990F7D96}"/>
                </a:ext>
              </a:extLst>
            </p:cNvPr>
            <p:cNvSpPr txBox="1">
              <a:spLocks/>
            </p:cNvSpPr>
            <p:nvPr/>
          </p:nvSpPr>
          <p:spPr>
            <a:xfrm>
              <a:off x="16218979" y="10897957"/>
              <a:ext cx="5037392" cy="895794"/>
            </a:xfrm>
            <a:prstGeom prst="rect">
              <a:avLst/>
            </a:prstGeom>
          </p:spPr>
          <p:txBody>
            <a:bodyPr vert="horz" lIns="91440" tIns="45720" rIns="91440" bIns="45720" rtlCol="0">
              <a:no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s-AR" sz="2200" dirty="0">
                  <a:solidFill>
                    <a:schemeClr val="tx1">
                      <a:lumMod val="95000"/>
                      <a:lumOff val="5000"/>
                    </a:schemeClr>
                  </a:solidFill>
                  <a:latin typeface="Segoe UI" panose="020B0502040204020203" pitchFamily="34" charset="0"/>
                  <a:cs typeface="Segoe UI" panose="020B0502040204020203" pitchFamily="34" charset="0"/>
                </a:rPr>
                <a:t>Lowest costs: </a:t>
              </a:r>
              <a:r>
                <a:rPr lang="es-AR" sz="2200" b="1" dirty="0">
                  <a:solidFill>
                    <a:schemeClr val="tx1">
                      <a:lumMod val="95000"/>
                      <a:lumOff val="5000"/>
                    </a:schemeClr>
                  </a:solidFill>
                  <a:latin typeface="Segoe UI" panose="020B0502040204020203" pitchFamily="34" charset="0"/>
                  <a:cs typeface="Segoe UI" panose="020B0502040204020203" pitchFamily="34" charset="0"/>
                </a:rPr>
                <a:t>T008, T009 and T010</a:t>
              </a:r>
              <a:endParaRPr lang="en-US" sz="2200" b="1" i="1" dirty="0">
                <a:solidFill>
                  <a:schemeClr val="tx1">
                    <a:lumMod val="95000"/>
                    <a:lumOff val="5000"/>
                  </a:schemeClr>
                </a:solidFill>
                <a:latin typeface="Segoe UI" panose="020B0502040204020203" pitchFamily="34" charset="0"/>
                <a:ea typeface="Segoe UI Emoji" panose="020B0502040204020203" pitchFamily="34" charset="0"/>
                <a:cs typeface="Segoe UI" panose="020B0502040204020203" pitchFamily="34" charset="0"/>
              </a:endParaRPr>
            </a:p>
          </p:txBody>
        </p:sp>
        <p:grpSp>
          <p:nvGrpSpPr>
            <p:cNvPr id="67" name="Grupo 66">
              <a:extLst>
                <a:ext uri="{FF2B5EF4-FFF2-40B4-BE49-F238E27FC236}">
                  <a16:creationId xmlns:a16="http://schemas.microsoft.com/office/drawing/2014/main" id="{50A1F8B9-4800-ACD2-4EA5-20D78464C793}"/>
                </a:ext>
              </a:extLst>
            </p:cNvPr>
            <p:cNvGrpSpPr/>
            <p:nvPr/>
          </p:nvGrpSpPr>
          <p:grpSpPr>
            <a:xfrm>
              <a:off x="9946700" y="10949043"/>
              <a:ext cx="6146568" cy="306786"/>
              <a:chOff x="9365450" y="10152072"/>
              <a:chExt cx="8915462" cy="306786"/>
            </a:xfrm>
          </p:grpSpPr>
          <p:sp>
            <p:nvSpPr>
              <p:cNvPr id="68" name="Elipse 67">
                <a:extLst>
                  <a:ext uri="{FF2B5EF4-FFF2-40B4-BE49-F238E27FC236}">
                    <a16:creationId xmlns:a16="http://schemas.microsoft.com/office/drawing/2014/main" id="{EE8772E9-8F46-0394-ADCC-1A6344763651}"/>
                  </a:ext>
                </a:extLst>
              </p:cNvPr>
              <p:cNvSpPr/>
              <p:nvPr/>
            </p:nvSpPr>
            <p:spPr>
              <a:xfrm>
                <a:off x="9365450" y="10152072"/>
                <a:ext cx="488189" cy="306786"/>
              </a:xfrm>
              <a:prstGeom prst="ellipse">
                <a:avLst/>
              </a:prstGeom>
              <a:solidFill>
                <a:schemeClr val="tx1">
                  <a:lumMod val="65000"/>
                  <a:lumOff val="35000"/>
                </a:schemeClr>
              </a:solidFill>
              <a:ln>
                <a:solidFill>
                  <a:schemeClr val="tx1">
                    <a:lumMod val="65000"/>
                    <a:lumOff val="3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cxnSp>
            <p:nvCxnSpPr>
              <p:cNvPr id="69" name="Conector: angular 68">
                <a:extLst>
                  <a:ext uri="{FF2B5EF4-FFF2-40B4-BE49-F238E27FC236}">
                    <a16:creationId xmlns:a16="http://schemas.microsoft.com/office/drawing/2014/main" id="{81A292A8-3129-CF7F-A475-12EC8B9ACD29}"/>
                  </a:ext>
                </a:extLst>
              </p:cNvPr>
              <p:cNvCxnSpPr>
                <a:cxnSpLocks/>
              </p:cNvCxnSpPr>
              <p:nvPr/>
            </p:nvCxnSpPr>
            <p:spPr>
              <a:xfrm>
                <a:off x="9814177" y="10227458"/>
                <a:ext cx="8466735" cy="78007"/>
              </a:xfrm>
              <a:prstGeom prst="bentConnector3">
                <a:avLst>
                  <a:gd name="adj1" fmla="val -681"/>
                </a:avLst>
              </a:prstGeom>
              <a:ln w="57150">
                <a:solidFill>
                  <a:schemeClr val="tx1">
                    <a:lumMod val="65000"/>
                    <a:lumOff val="35000"/>
                  </a:schemeClr>
                </a:solidFill>
                <a:prstDash val="dash"/>
                <a:tailEnd type="triangle"/>
              </a:ln>
            </p:spPr>
            <p:style>
              <a:lnRef idx="1">
                <a:schemeClr val="dk1"/>
              </a:lnRef>
              <a:fillRef idx="0">
                <a:schemeClr val="dk1"/>
              </a:fillRef>
              <a:effectRef idx="0">
                <a:schemeClr val="dk1"/>
              </a:effectRef>
              <a:fontRef idx="minor">
                <a:schemeClr val="tx1"/>
              </a:fontRef>
            </p:style>
          </p:cxnSp>
        </p:grpSp>
        <p:sp>
          <p:nvSpPr>
            <p:cNvPr id="70" name="Rectángulo: esquinas redondeadas 69">
              <a:extLst>
                <a:ext uri="{FF2B5EF4-FFF2-40B4-BE49-F238E27FC236}">
                  <a16:creationId xmlns:a16="http://schemas.microsoft.com/office/drawing/2014/main" id="{5A580151-00A4-89A1-1253-1CBC8DE13949}"/>
                </a:ext>
              </a:extLst>
            </p:cNvPr>
            <p:cNvSpPr/>
            <p:nvPr/>
          </p:nvSpPr>
          <p:spPr>
            <a:xfrm>
              <a:off x="8506116" y="10388931"/>
              <a:ext cx="1549438" cy="1574468"/>
            </a:xfrm>
            <a:prstGeom prst="roundRect">
              <a:avLst/>
            </a:prstGeom>
            <a:ln w="57150">
              <a:solidFill>
                <a:schemeClr val="tx1">
                  <a:lumMod val="65000"/>
                  <a:lumOff val="35000"/>
                </a:schemeClr>
              </a:solidFill>
              <a:prstDash val="dash"/>
              <a:tailEnd type="triangle"/>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grpSp>
      <p:grpSp>
        <p:nvGrpSpPr>
          <p:cNvPr id="112" name="Grupo 111">
            <a:extLst>
              <a:ext uri="{FF2B5EF4-FFF2-40B4-BE49-F238E27FC236}">
                <a16:creationId xmlns:a16="http://schemas.microsoft.com/office/drawing/2014/main" id="{0F152783-2D82-77CE-3C6D-63D0040EE2C6}"/>
              </a:ext>
            </a:extLst>
          </p:cNvPr>
          <p:cNvGrpSpPr/>
          <p:nvPr/>
        </p:nvGrpSpPr>
        <p:grpSpPr>
          <a:xfrm>
            <a:off x="15962309" y="6218912"/>
            <a:ext cx="6884528" cy="4424057"/>
            <a:chOff x="15800945" y="6218912"/>
            <a:chExt cx="6884528" cy="4424057"/>
          </a:xfrm>
        </p:grpSpPr>
        <p:grpSp>
          <p:nvGrpSpPr>
            <p:cNvPr id="107" name="Grupo 106">
              <a:extLst>
                <a:ext uri="{FF2B5EF4-FFF2-40B4-BE49-F238E27FC236}">
                  <a16:creationId xmlns:a16="http://schemas.microsoft.com/office/drawing/2014/main" id="{7D8855B3-6D22-CD54-BD9D-FA118582434C}"/>
                </a:ext>
              </a:extLst>
            </p:cNvPr>
            <p:cNvGrpSpPr/>
            <p:nvPr/>
          </p:nvGrpSpPr>
          <p:grpSpPr>
            <a:xfrm>
              <a:off x="15800945" y="6218912"/>
              <a:ext cx="5037392" cy="4424057"/>
              <a:chOff x="15800945" y="6218912"/>
              <a:chExt cx="5037392" cy="4424057"/>
            </a:xfrm>
          </p:grpSpPr>
          <p:grpSp>
            <p:nvGrpSpPr>
              <p:cNvPr id="105" name="Grupo 104">
                <a:extLst>
                  <a:ext uri="{FF2B5EF4-FFF2-40B4-BE49-F238E27FC236}">
                    <a16:creationId xmlns:a16="http://schemas.microsoft.com/office/drawing/2014/main" id="{FDB668FC-ACE8-E1AB-C85C-8E4CD4527D17}"/>
                  </a:ext>
                </a:extLst>
              </p:cNvPr>
              <p:cNvGrpSpPr/>
              <p:nvPr/>
            </p:nvGrpSpPr>
            <p:grpSpPr>
              <a:xfrm>
                <a:off x="15800945" y="6218912"/>
                <a:ext cx="5037392" cy="4424057"/>
                <a:chOff x="15800945" y="6218912"/>
                <a:chExt cx="5037392" cy="4424057"/>
              </a:xfrm>
            </p:grpSpPr>
            <p:sp>
              <p:nvSpPr>
                <p:cNvPr id="85" name="Rectángulo: esquinas redondeadas 84">
                  <a:extLst>
                    <a:ext uri="{FF2B5EF4-FFF2-40B4-BE49-F238E27FC236}">
                      <a16:creationId xmlns:a16="http://schemas.microsoft.com/office/drawing/2014/main" id="{B37DA6F5-3F12-1F40-D6C0-A5CF72617FC1}"/>
                    </a:ext>
                  </a:extLst>
                </p:cNvPr>
                <p:cNvSpPr/>
                <p:nvPr/>
              </p:nvSpPr>
              <p:spPr>
                <a:xfrm>
                  <a:off x="15800945" y="6218912"/>
                  <a:ext cx="5037392" cy="3135052"/>
                </a:xfrm>
                <a:prstGeom prst="roundRect">
                  <a:avLst/>
                </a:prstGeom>
                <a:solidFill>
                  <a:srgbClr val="00B0F0"/>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52000" tIns="252000" rIns="72000" rtlCol="0" anchor="ctr"/>
                <a:lstStyle/>
                <a:p>
                  <a:pPr lvl="1"/>
                  <a:r>
                    <a:rPr lang="en-US" sz="2200" b="1" dirty="0">
                      <a:solidFill>
                        <a:schemeClr val="bg1"/>
                      </a:solidFill>
                      <a:latin typeface="Segoe UI" panose="020B0502040204020203" pitchFamily="34" charset="0"/>
                      <a:ea typeface="Segoe UI Emoji" panose="020B0502040204020203" pitchFamily="34" charset="0"/>
                      <a:cs typeface="Segoe UI" panose="020B0502040204020203" pitchFamily="34" charset="0"/>
                    </a:rPr>
                    <a:t>This is explained by the</a:t>
                  </a:r>
                </a:p>
                <a:p>
                  <a:pPr lvl="1"/>
                  <a:r>
                    <a:rPr lang="en-US" sz="2200" b="1" dirty="0">
                      <a:solidFill>
                        <a:schemeClr val="bg1"/>
                      </a:solidFill>
                      <a:latin typeface="Segoe UI" panose="020B0502040204020203" pitchFamily="34" charset="0"/>
                      <a:ea typeface="Segoe UI Emoji" panose="020B0502040204020203" pitchFamily="34" charset="0"/>
                      <a:cs typeface="Segoe UI" panose="020B0502040204020203" pitchFamily="34" charset="0"/>
                    </a:rPr>
                    <a:t>lower cost of preventive maintenance compared </a:t>
                  </a:r>
                </a:p>
                <a:p>
                  <a:pPr lvl="1"/>
                  <a:r>
                    <a:rPr lang="en-US" sz="2200" b="1" dirty="0">
                      <a:solidFill>
                        <a:schemeClr val="bg1"/>
                      </a:solidFill>
                      <a:latin typeface="Segoe UI" panose="020B0502040204020203" pitchFamily="34" charset="0"/>
                      <a:ea typeface="Segoe UI Emoji" panose="020B0502040204020203" pitchFamily="34" charset="0"/>
                      <a:cs typeface="Segoe UI" panose="020B0502040204020203" pitchFamily="34" charset="0"/>
                    </a:rPr>
                    <a:t>to corrective maintenance:</a:t>
                  </a:r>
                </a:p>
                <a:p>
                  <a:pPr lvl="1"/>
                  <a:endParaRPr lang="es-AR" sz="1000" dirty="0">
                    <a:solidFill>
                      <a:schemeClr val="bg1"/>
                    </a:solidFill>
                    <a:latin typeface="Segoe UI" panose="020B0502040204020203" pitchFamily="34" charset="0"/>
                    <a:ea typeface="Segoe UI Emoji" panose="020B0502040204020203" pitchFamily="34" charset="0"/>
                    <a:cs typeface="Segoe UI" panose="020B0502040204020203" pitchFamily="34" charset="0"/>
                  </a:endParaRPr>
                </a:p>
                <a:p>
                  <a:pPr marL="800100" lvl="1" indent="-342900">
                    <a:buFont typeface="Arial" panose="020B0604020202020204" pitchFamily="34" charset="0"/>
                    <a:buChar char="•"/>
                  </a:pPr>
                  <a:r>
                    <a:rPr lang="es-AR" sz="2200" dirty="0">
                      <a:solidFill>
                        <a:schemeClr val="bg1"/>
                      </a:solidFill>
                      <a:latin typeface="Segoe UI" panose="020B0502040204020203" pitchFamily="34" charset="0"/>
                      <a:ea typeface="Segoe UI Emoji" panose="020B0502040204020203" pitchFamily="34" charset="0"/>
                      <a:cs typeface="Segoe UI" panose="020B0502040204020203" pitchFamily="34" charset="0"/>
                    </a:rPr>
                    <a:t>AVG preventive: </a:t>
                  </a:r>
                  <a:r>
                    <a:rPr lang="es-AR" sz="2200" b="1" dirty="0">
                      <a:solidFill>
                        <a:schemeClr val="bg1"/>
                      </a:solidFill>
                      <a:latin typeface="Segoe UI" panose="020B0502040204020203" pitchFamily="34" charset="0"/>
                      <a:ea typeface="Segoe UI Emoji" panose="020B0502040204020203" pitchFamily="34" charset="0"/>
                      <a:cs typeface="Segoe UI" panose="020B0502040204020203" pitchFamily="34" charset="0"/>
                    </a:rPr>
                    <a:t>$432 USD</a:t>
                  </a:r>
                </a:p>
                <a:p>
                  <a:pPr marL="800100" lvl="1" indent="-342900">
                    <a:buFont typeface="Arial" panose="020B0604020202020204" pitchFamily="34" charset="0"/>
                    <a:buChar char="•"/>
                  </a:pPr>
                  <a:r>
                    <a:rPr lang="es-AR" sz="2200" dirty="0">
                      <a:solidFill>
                        <a:schemeClr val="bg1"/>
                      </a:solidFill>
                      <a:latin typeface="Segoe UI" panose="020B0502040204020203" pitchFamily="34" charset="0"/>
                      <a:ea typeface="Segoe UI Emoji" panose="020B0502040204020203" pitchFamily="34" charset="0"/>
                      <a:cs typeface="Segoe UI" panose="020B0502040204020203" pitchFamily="34" charset="0"/>
                    </a:rPr>
                    <a:t>AVG corrective</a:t>
                  </a:r>
                  <a:r>
                    <a:rPr lang="es-AR" sz="2200" b="1" dirty="0">
                      <a:solidFill>
                        <a:schemeClr val="bg1"/>
                      </a:solidFill>
                      <a:latin typeface="Segoe UI" panose="020B0502040204020203" pitchFamily="34" charset="0"/>
                      <a:ea typeface="Segoe UI Emoji" panose="020B0502040204020203" pitchFamily="34" charset="0"/>
                      <a:cs typeface="Segoe UI" panose="020B0502040204020203" pitchFamily="34" charset="0"/>
                    </a:rPr>
                    <a:t>: $2,858 USD</a:t>
                  </a:r>
                </a:p>
                <a:p>
                  <a:endParaRPr lang="en-US" sz="2200" dirty="0">
                    <a:solidFill>
                      <a:schemeClr val="bg1"/>
                    </a:solidFill>
                    <a:latin typeface="Segoe UI Semibold" panose="020B0702040204020203" pitchFamily="34" charset="0"/>
                    <a:ea typeface="Segoe UI Emoji" panose="020B0502040204020203" pitchFamily="34" charset="0"/>
                    <a:cs typeface="Segoe UI Semibold" panose="020B0702040204020203" pitchFamily="34" charset="0"/>
                  </a:endParaRPr>
                </a:p>
              </p:txBody>
            </p:sp>
            <p:sp>
              <p:nvSpPr>
                <p:cNvPr id="99" name="Flecha: a la derecha 98">
                  <a:extLst>
                    <a:ext uri="{FF2B5EF4-FFF2-40B4-BE49-F238E27FC236}">
                      <a16:creationId xmlns:a16="http://schemas.microsoft.com/office/drawing/2014/main" id="{DA17A5C3-E8A9-ED1F-1329-2C59465BF657}"/>
                    </a:ext>
                  </a:extLst>
                </p:cNvPr>
                <p:cNvSpPr/>
                <p:nvPr/>
              </p:nvSpPr>
              <p:spPr>
                <a:xfrm rot="16200000">
                  <a:off x="17825746" y="9569981"/>
                  <a:ext cx="1289004" cy="856971"/>
                </a:xfrm>
                <a:prstGeom prst="rightArrow">
                  <a:avLst>
                    <a:gd name="adj1" fmla="val 50000"/>
                    <a:gd name="adj2" fmla="val 66848"/>
                  </a:avLst>
                </a:prstGeom>
                <a:gradFill>
                  <a:gsLst>
                    <a:gs pos="0">
                      <a:srgbClr val="74ADFA"/>
                    </a:gs>
                    <a:gs pos="100000">
                      <a:srgbClr val="DEE6EE"/>
                    </a:gs>
                  </a:gsLst>
                  <a:lin ang="5400000" scaled="1"/>
                </a:gradFill>
                <a:ln>
                  <a:solidFill>
                    <a:srgbClr val="155A93"/>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pic>
            <p:nvPicPr>
              <p:cNvPr id="106" name="Picture 2" descr="Vector Icon Badge Illustration On White庫存向量圖（免版稅）785224072 | Shutterstock">
                <a:extLst>
                  <a:ext uri="{FF2B5EF4-FFF2-40B4-BE49-F238E27FC236}">
                    <a16:creationId xmlns:a16="http://schemas.microsoft.com/office/drawing/2014/main" id="{95A0383D-31AE-8B14-6A8E-F9892FDEE4C8}"/>
                  </a:ext>
                </a:extLst>
              </p:cNvPr>
              <p:cNvPicPr>
                <a:picLocks noChangeAspect="1" noChangeArrowheads="1"/>
              </p:cNvPicPr>
              <p:nvPr/>
            </p:nvPicPr>
            <p:blipFill rotWithShape="1">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t="1" b="21482"/>
              <a:stretch/>
            </p:blipFill>
            <p:spPr bwMode="auto">
              <a:xfrm>
                <a:off x="17175018" y="9656037"/>
                <a:ext cx="866744" cy="732894"/>
              </a:xfrm>
              <a:prstGeom prst="roundRect">
                <a:avLst/>
              </a:prstGeom>
              <a:noFill/>
              <a:extLst>
                <a:ext uri="{909E8E84-426E-40DD-AFC4-6F175D3DCCD1}">
                  <a14:hiddenFill xmlns:a14="http://schemas.microsoft.com/office/drawing/2010/main">
                    <a:solidFill>
                      <a:srgbClr val="FFFFFF"/>
                    </a:solidFill>
                  </a14:hiddenFill>
                </a:ext>
              </a:extLst>
            </p:spPr>
          </p:pic>
        </p:grpSp>
        <p:pic>
          <p:nvPicPr>
            <p:cNvPr id="111" name="Imagen 110" descr="Icono  El contenido generado por IA puede ser incorrecto.">
              <a:extLst>
                <a:ext uri="{FF2B5EF4-FFF2-40B4-BE49-F238E27FC236}">
                  <a16:creationId xmlns:a16="http://schemas.microsoft.com/office/drawing/2014/main" id="{93DEAA8E-06C7-C16E-369F-9018EAD8D3FA}"/>
                </a:ext>
              </a:extLst>
            </p:cNvPr>
            <p:cNvPicPr>
              <a:picLocks noChangeAspect="1"/>
            </p:cNvPicPr>
            <p:nvPr/>
          </p:nvPicPr>
          <p:blipFill>
            <a:blip r:embed="rId7"/>
            <a:stretch>
              <a:fillRect/>
            </a:stretch>
          </p:blipFill>
          <p:spPr>
            <a:xfrm>
              <a:off x="21126693" y="6858000"/>
              <a:ext cx="1558780" cy="1558780"/>
            </a:xfrm>
            <a:prstGeom prst="rect">
              <a:avLst/>
            </a:prstGeom>
          </p:spPr>
        </p:pic>
      </p:grpSp>
    </p:spTree>
    <p:extLst>
      <p:ext uri="{BB962C8B-B14F-4D97-AF65-F5344CB8AC3E}">
        <p14:creationId xmlns:p14="http://schemas.microsoft.com/office/powerpoint/2010/main" val="3957535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500"/>
                                        <p:tgtEl>
                                          <p:spTgt spid="1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fade">
                                      <p:cBhvr>
                                        <p:cTn id="12" dur="500"/>
                                        <p:tgtEl>
                                          <p:spTgt spid="10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3"/>
                                        </p:tgtEl>
                                        <p:attrNameLst>
                                          <p:attrName>style.visibility</p:attrName>
                                        </p:attrNameLst>
                                      </p:cBhvr>
                                      <p:to>
                                        <p:strVal val="visible"/>
                                      </p:to>
                                    </p:set>
                                    <p:animEffect transition="in" filter="fade">
                                      <p:cBhvr>
                                        <p:cTn id="17" dur="500"/>
                                        <p:tgtEl>
                                          <p:spTgt spid="10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4"/>
                                        </p:tgtEl>
                                        <p:attrNameLst>
                                          <p:attrName>style.visibility</p:attrName>
                                        </p:attrNameLst>
                                      </p:cBhvr>
                                      <p:to>
                                        <p:strVal val="visible"/>
                                      </p:to>
                                    </p:set>
                                    <p:animEffect transition="in" filter="fade">
                                      <p:cBhvr>
                                        <p:cTn id="22" dur="500"/>
                                        <p:tgtEl>
                                          <p:spTgt spid="10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2"/>
                                        </p:tgtEl>
                                        <p:attrNameLst>
                                          <p:attrName>style.visibility</p:attrName>
                                        </p:attrNameLst>
                                      </p:cBhvr>
                                      <p:to>
                                        <p:strVal val="visible"/>
                                      </p:to>
                                    </p:set>
                                    <p:animEffect transition="in" filter="fade">
                                      <p:cBhvr>
                                        <p:cTn id="27"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AEABB-868D-4A9E-F4C2-2453323C2B84}"/>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06D2BDC9-7D7D-E1E0-B64B-3017DD64988F}"/>
              </a:ext>
            </a:extLst>
          </p:cNvPr>
          <p:cNvSpPr/>
          <p:nvPr/>
        </p:nvSpPr>
        <p:spPr>
          <a:xfrm>
            <a:off x="-1" y="-32657"/>
            <a:ext cx="24382413" cy="276445"/>
          </a:xfrm>
          <a:prstGeom prst="rect">
            <a:avLst/>
          </a:prstGeom>
          <a:solidFill>
            <a:srgbClr val="83E2F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sp>
        <p:nvSpPr>
          <p:cNvPr id="4" name="Rectangle 6">
            <a:extLst>
              <a:ext uri="{FF2B5EF4-FFF2-40B4-BE49-F238E27FC236}">
                <a16:creationId xmlns:a16="http://schemas.microsoft.com/office/drawing/2014/main" id="{C2F8BF0B-679C-44AD-458D-4B29368461A6}"/>
              </a:ext>
            </a:extLst>
          </p:cNvPr>
          <p:cNvSpPr/>
          <p:nvPr/>
        </p:nvSpPr>
        <p:spPr>
          <a:xfrm>
            <a:off x="0" y="12310231"/>
            <a:ext cx="24382413" cy="1405770"/>
          </a:xfrm>
          <a:prstGeom prst="rect">
            <a:avLst/>
          </a:prstGeom>
          <a:solidFill>
            <a:srgbClr val="74ADF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pic>
        <p:nvPicPr>
          <p:cNvPr id="5" name="Imagen 4" descr="Icono  El contenido generado por IA puede ser incorrecto.">
            <a:extLst>
              <a:ext uri="{FF2B5EF4-FFF2-40B4-BE49-F238E27FC236}">
                <a16:creationId xmlns:a16="http://schemas.microsoft.com/office/drawing/2014/main" id="{79321DE3-7EBE-B4F6-C53D-73C1BE9534B1}"/>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3149564" y="12427151"/>
            <a:ext cx="979800" cy="979800"/>
          </a:xfrm>
          <a:prstGeom prst="rect">
            <a:avLst/>
          </a:prstGeom>
        </p:spPr>
      </p:pic>
      <p:sp>
        <p:nvSpPr>
          <p:cNvPr id="6" name="Title 3">
            <a:extLst>
              <a:ext uri="{FF2B5EF4-FFF2-40B4-BE49-F238E27FC236}">
                <a16:creationId xmlns:a16="http://schemas.microsoft.com/office/drawing/2014/main" id="{72E398E6-E888-B3C6-B830-F1A2B150B6A9}"/>
              </a:ext>
            </a:extLst>
          </p:cNvPr>
          <p:cNvSpPr txBox="1">
            <a:spLocks/>
          </p:cNvSpPr>
          <p:nvPr/>
        </p:nvSpPr>
        <p:spPr>
          <a:xfrm>
            <a:off x="459552" y="12503351"/>
            <a:ext cx="19047648" cy="1292659"/>
          </a:xfrm>
          <a:prstGeom prst="rect">
            <a:avLst/>
          </a:prstGeom>
        </p:spPr>
        <p:txBody>
          <a:bodyPr/>
          <a:lstStyle>
            <a:lvl1pPr algn="l" defTabSz="1828709" rtl="0" eaLnBrk="1" latinLnBrk="0" hangingPunct="1">
              <a:lnSpc>
                <a:spcPct val="97000"/>
              </a:lnSpc>
              <a:spcBef>
                <a:spcPct val="0"/>
              </a:spcBef>
              <a:buNone/>
              <a:defRPr sz="4800" b="0" i="0" kern="1200" cap="all" spc="-50" baseline="0">
                <a:solidFill>
                  <a:schemeClr val="tx1"/>
                </a:solidFill>
                <a:latin typeface="+mj-lt"/>
                <a:ea typeface="+mj-ea"/>
                <a:cs typeface="Toyota Type" panose="020B0502020202020204" pitchFamily="34" charset="0"/>
              </a:defRPr>
            </a:lvl1pPr>
          </a:lstStyle>
          <a:p>
            <a:r>
              <a:rPr lang="en-GB" spc="600" dirty="0">
                <a:solidFill>
                  <a:srgbClr val="FFFFFF"/>
                </a:solidFill>
                <a:latin typeface="Segoe UI Variable Small Semibol" pitchFamily="2" charset="0"/>
                <a:ea typeface="Segoe UI Emoji" panose="020B0502040204020203" pitchFamily="34" charset="0"/>
                <a:cs typeface="Toyota Type Semibold" panose="020B0702020202020204" pitchFamily="34" charset="0"/>
              </a:rPr>
              <a:t>|| 6. EXPLORATORY ANALYSIS</a:t>
            </a:r>
          </a:p>
        </p:txBody>
      </p:sp>
      <p:sp>
        <p:nvSpPr>
          <p:cNvPr id="8" name="Rectángulo: esquinas diagonales redondeadas 7">
            <a:extLst>
              <a:ext uri="{FF2B5EF4-FFF2-40B4-BE49-F238E27FC236}">
                <a16:creationId xmlns:a16="http://schemas.microsoft.com/office/drawing/2014/main" id="{B6E6530D-E360-BFA3-0AF4-BC026F9B8ED8}"/>
              </a:ext>
            </a:extLst>
          </p:cNvPr>
          <p:cNvSpPr>
            <a:spLocks noGrp="1" noRot="1" noMove="1" noResize="1" noEditPoints="1" noAdjustHandles="1" noChangeArrowheads="1" noChangeShapeType="1"/>
          </p:cNvSpPr>
          <p:nvPr/>
        </p:nvSpPr>
        <p:spPr>
          <a:xfrm>
            <a:off x="1332150" y="243788"/>
            <a:ext cx="21865591" cy="12066443"/>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CuadroTexto 8">
            <a:extLst>
              <a:ext uri="{FF2B5EF4-FFF2-40B4-BE49-F238E27FC236}">
                <a16:creationId xmlns:a16="http://schemas.microsoft.com/office/drawing/2014/main" id="{25E4A4FE-5817-0EBA-D0D7-3383065FC424}"/>
              </a:ext>
            </a:extLst>
          </p:cNvPr>
          <p:cNvSpPr txBox="1"/>
          <p:nvPr/>
        </p:nvSpPr>
        <p:spPr>
          <a:xfrm>
            <a:off x="4564233" y="548100"/>
            <a:ext cx="17783967" cy="830997"/>
          </a:xfrm>
          <a:prstGeom prst="rect">
            <a:avLst/>
          </a:prstGeom>
          <a:noFill/>
        </p:spPr>
        <p:txBody>
          <a:bodyPr wrap="square" rtlCol="0">
            <a:spAutoFit/>
          </a:bodyPr>
          <a:lstStyle/>
          <a:p>
            <a:r>
              <a:rPr lang="es-AR" sz="4800" b="1" spc="600" dirty="0">
                <a:solidFill>
                  <a:schemeClr val="tx2"/>
                </a:solidFill>
                <a:latin typeface="Segoe UI Variable Display Light" pitchFamily="2" charset="0"/>
              </a:rPr>
              <a:t>Operational Reliability</a:t>
            </a:r>
            <a:endParaRPr lang="en-US" sz="4800" b="1" spc="600" dirty="0">
              <a:solidFill>
                <a:schemeClr val="tx2"/>
              </a:solidFill>
              <a:latin typeface="Segoe UI Variable Display Light" pitchFamily="2" charset="0"/>
            </a:endParaRPr>
          </a:p>
        </p:txBody>
      </p:sp>
      <p:sp>
        <p:nvSpPr>
          <p:cNvPr id="11" name="Flecha: cheurón 10">
            <a:extLst>
              <a:ext uri="{FF2B5EF4-FFF2-40B4-BE49-F238E27FC236}">
                <a16:creationId xmlns:a16="http://schemas.microsoft.com/office/drawing/2014/main" id="{1971FB40-FA62-F372-7645-678476167CDB}"/>
              </a:ext>
            </a:extLst>
          </p:cNvPr>
          <p:cNvSpPr/>
          <p:nvPr/>
        </p:nvSpPr>
        <p:spPr>
          <a:xfrm>
            <a:off x="2621277" y="546902"/>
            <a:ext cx="876300" cy="799587"/>
          </a:xfrm>
          <a:prstGeom prst="chevron">
            <a:avLst/>
          </a:prstGeom>
          <a:gradFill>
            <a:gsLst>
              <a:gs pos="0">
                <a:srgbClr val="74ADFA"/>
              </a:gs>
              <a:gs pos="100000">
                <a:srgbClr val="4FD1FF"/>
              </a:gs>
            </a:gsLst>
            <a:lin ang="5400000" scaled="1"/>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Flecha: cheurón 11">
            <a:extLst>
              <a:ext uri="{FF2B5EF4-FFF2-40B4-BE49-F238E27FC236}">
                <a16:creationId xmlns:a16="http://schemas.microsoft.com/office/drawing/2014/main" id="{6C90244D-DDC0-2FC2-741D-CF49A0A7E2DA}"/>
              </a:ext>
            </a:extLst>
          </p:cNvPr>
          <p:cNvSpPr/>
          <p:nvPr/>
        </p:nvSpPr>
        <p:spPr>
          <a:xfrm>
            <a:off x="3331059" y="546902"/>
            <a:ext cx="876300" cy="799587"/>
          </a:xfrm>
          <a:prstGeom prst="chevron">
            <a:avLst/>
          </a:prstGeom>
          <a:gradFill>
            <a:gsLst>
              <a:gs pos="0">
                <a:srgbClr val="74ADFA"/>
              </a:gs>
              <a:gs pos="100000">
                <a:srgbClr val="4FD1FF"/>
              </a:gs>
            </a:gsLst>
            <a:lin ang="5400000" scaled="1"/>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7" name="Imagen 6">
            <a:extLst>
              <a:ext uri="{FF2B5EF4-FFF2-40B4-BE49-F238E27FC236}">
                <a16:creationId xmlns:a16="http://schemas.microsoft.com/office/drawing/2014/main" id="{7377F2AA-C9B4-1378-B6F4-6900FB068F10}"/>
              </a:ext>
            </a:extLst>
          </p:cNvPr>
          <p:cNvPicPr>
            <a:picLocks noChangeAspect="1"/>
          </p:cNvPicPr>
          <p:nvPr/>
        </p:nvPicPr>
        <p:blipFill>
          <a:blip r:embed="rId4"/>
          <a:srcRect l="740" r="1150"/>
          <a:stretch>
            <a:fillRect/>
          </a:stretch>
        </p:blipFill>
        <p:spPr>
          <a:xfrm>
            <a:off x="1836420" y="1757740"/>
            <a:ext cx="7909153" cy="4180081"/>
          </a:xfrm>
          <a:prstGeom prst="rect">
            <a:avLst/>
          </a:prstGeom>
          <a:ln>
            <a:solidFill>
              <a:schemeClr val="tx2">
                <a:lumMod val="60000"/>
                <a:lumOff val="40000"/>
              </a:schemeClr>
            </a:solidFill>
          </a:ln>
        </p:spPr>
      </p:pic>
      <p:grpSp>
        <p:nvGrpSpPr>
          <p:cNvPr id="102" name="Grupo 101">
            <a:extLst>
              <a:ext uri="{FF2B5EF4-FFF2-40B4-BE49-F238E27FC236}">
                <a16:creationId xmlns:a16="http://schemas.microsoft.com/office/drawing/2014/main" id="{E5D6C3DD-C80A-1C7B-10D3-E4C36BA545A2}"/>
              </a:ext>
            </a:extLst>
          </p:cNvPr>
          <p:cNvGrpSpPr/>
          <p:nvPr/>
        </p:nvGrpSpPr>
        <p:grpSpPr>
          <a:xfrm>
            <a:off x="9232035" y="1676753"/>
            <a:ext cx="10016225" cy="3045549"/>
            <a:chOff x="11008457" y="4376044"/>
            <a:chExt cx="5850809" cy="3045549"/>
          </a:xfrm>
        </p:grpSpPr>
        <p:grpSp>
          <p:nvGrpSpPr>
            <p:cNvPr id="35" name="Grupo 34">
              <a:extLst>
                <a:ext uri="{FF2B5EF4-FFF2-40B4-BE49-F238E27FC236}">
                  <a16:creationId xmlns:a16="http://schemas.microsoft.com/office/drawing/2014/main" id="{1C860BF6-8CB9-A20A-9A4A-D955EA0729A9}"/>
                </a:ext>
              </a:extLst>
            </p:cNvPr>
            <p:cNvGrpSpPr/>
            <p:nvPr/>
          </p:nvGrpSpPr>
          <p:grpSpPr>
            <a:xfrm>
              <a:off x="11008457" y="4547318"/>
              <a:ext cx="907471" cy="1027904"/>
              <a:chOff x="4959538" y="10808175"/>
              <a:chExt cx="1316265" cy="1027904"/>
            </a:xfrm>
          </p:grpSpPr>
          <p:sp>
            <p:nvSpPr>
              <p:cNvPr id="36" name="Elipse 35">
                <a:extLst>
                  <a:ext uri="{FF2B5EF4-FFF2-40B4-BE49-F238E27FC236}">
                    <a16:creationId xmlns:a16="http://schemas.microsoft.com/office/drawing/2014/main" id="{6BD97A0C-4090-926D-5616-F4AB67F03B8E}"/>
                  </a:ext>
                </a:extLst>
              </p:cNvPr>
              <p:cNvSpPr/>
              <p:nvPr/>
            </p:nvSpPr>
            <p:spPr>
              <a:xfrm>
                <a:off x="4959538" y="10808175"/>
                <a:ext cx="318509" cy="350349"/>
              </a:xfrm>
              <a:prstGeom prst="ellipse">
                <a:avLst/>
              </a:prstGeom>
              <a:solidFill>
                <a:schemeClr val="tx1">
                  <a:lumMod val="65000"/>
                  <a:lumOff val="35000"/>
                </a:schemeClr>
              </a:solidFill>
              <a:ln>
                <a:solidFill>
                  <a:schemeClr val="tx1">
                    <a:lumMod val="65000"/>
                    <a:lumOff val="3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cxnSp>
            <p:nvCxnSpPr>
              <p:cNvPr id="37" name="Conector: angular 36">
                <a:extLst>
                  <a:ext uri="{FF2B5EF4-FFF2-40B4-BE49-F238E27FC236}">
                    <a16:creationId xmlns:a16="http://schemas.microsoft.com/office/drawing/2014/main" id="{5E6C023D-355D-CABD-E42F-099825BF17E1}"/>
                  </a:ext>
                </a:extLst>
              </p:cNvPr>
              <p:cNvCxnSpPr>
                <a:cxnSpLocks/>
                <a:stCxn id="36" idx="6"/>
                <a:endCxn id="52" idx="2"/>
              </p:cNvCxnSpPr>
              <p:nvPr/>
            </p:nvCxnSpPr>
            <p:spPr>
              <a:xfrm>
                <a:off x="5278047" y="10983350"/>
                <a:ext cx="997756" cy="852729"/>
              </a:xfrm>
              <a:prstGeom prst="bentConnector3">
                <a:avLst>
                  <a:gd name="adj1" fmla="val 50000"/>
                </a:avLst>
              </a:prstGeom>
              <a:ln w="57150">
                <a:solidFill>
                  <a:schemeClr val="tx1">
                    <a:lumMod val="65000"/>
                    <a:lumOff val="35000"/>
                  </a:schemeClr>
                </a:solidFill>
                <a:prstDash val="dash"/>
                <a:tailEnd type="triangle"/>
              </a:ln>
            </p:spPr>
            <p:style>
              <a:lnRef idx="1">
                <a:schemeClr val="dk1"/>
              </a:lnRef>
              <a:fillRef idx="0">
                <a:schemeClr val="dk1"/>
              </a:fillRef>
              <a:effectRef idx="0">
                <a:schemeClr val="dk1"/>
              </a:effectRef>
              <a:fontRef idx="minor">
                <a:schemeClr val="tx1"/>
              </a:fontRef>
            </p:style>
          </p:cxnSp>
        </p:grpSp>
        <p:sp>
          <p:nvSpPr>
            <p:cNvPr id="52" name="Rectángulo: esquinas diagonales redondeadas 51">
              <a:extLst>
                <a:ext uri="{FF2B5EF4-FFF2-40B4-BE49-F238E27FC236}">
                  <a16:creationId xmlns:a16="http://schemas.microsoft.com/office/drawing/2014/main" id="{4C24850B-C3B0-6149-BF01-B175BB050142}"/>
                </a:ext>
              </a:extLst>
            </p:cNvPr>
            <p:cNvSpPr>
              <a:spLocks/>
            </p:cNvSpPr>
            <p:nvPr/>
          </p:nvSpPr>
          <p:spPr>
            <a:xfrm>
              <a:off x="11915929" y="4376044"/>
              <a:ext cx="4943337" cy="2398355"/>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 Placeholder 4">
              <a:extLst>
                <a:ext uri="{FF2B5EF4-FFF2-40B4-BE49-F238E27FC236}">
                  <a16:creationId xmlns:a16="http://schemas.microsoft.com/office/drawing/2014/main" id="{26B55C92-B931-6B48-BE21-3FB3DB01B5BA}"/>
                </a:ext>
              </a:extLst>
            </p:cNvPr>
            <p:cNvSpPr txBox="1">
              <a:spLocks/>
            </p:cNvSpPr>
            <p:nvPr/>
          </p:nvSpPr>
          <p:spPr>
            <a:xfrm>
              <a:off x="12304107" y="4597778"/>
              <a:ext cx="4338584" cy="2823815"/>
            </a:xfrm>
            <a:prstGeom prst="rect">
              <a:avLst/>
            </a:prstGeom>
          </p:spPr>
          <p:txBody>
            <a:bodyPr vert="horz" lIns="91440" tIns="45720" rIns="91440" bIns="45720" rtlCol="0">
              <a:no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n-US" sz="2200" dirty="0">
                  <a:latin typeface="Segoe UI" panose="020B0502040204020203" pitchFamily="34" charset="0"/>
                  <a:cs typeface="Segoe UI" panose="020B0502040204020203" pitchFamily="34" charset="0"/>
                </a:rPr>
                <a:t>Maintenance activities are not strategically scheduled, creating </a:t>
              </a:r>
              <a:r>
                <a:rPr lang="en-US" sz="2200" b="1" dirty="0">
                  <a:latin typeface="Segoe UI" panose="020B0502040204020203" pitchFamily="34" charset="0"/>
                  <a:cs typeface="Segoe UI" panose="020B0502040204020203" pitchFamily="34" charset="0"/>
                </a:rPr>
                <a:t>opportunities for operational optimization. </a:t>
              </a:r>
            </a:p>
            <a:p>
              <a:pPr>
                <a:spcBef>
                  <a:spcPts val="1200"/>
                </a:spcBef>
              </a:pPr>
              <a:r>
                <a:rPr lang="en-US" sz="2200" dirty="0">
                  <a:latin typeface="Segoe UI" panose="020B0502040204020203" pitchFamily="34" charset="0"/>
                  <a:cs typeface="Segoe UI" panose="020B0502040204020203" pitchFamily="34" charset="0"/>
                </a:rPr>
                <a:t>Preventive maintenance should be concentrated during low-production periods to minimize interventions during peak generation hours.</a:t>
              </a:r>
              <a:endParaRPr lang="en-US" sz="2200" dirty="0">
                <a:latin typeface="Segoe UI" panose="020B0502040204020203" pitchFamily="34" charset="0"/>
                <a:ea typeface="Segoe UI Emoji" panose="020B0502040204020203" pitchFamily="34" charset="0"/>
                <a:cs typeface="Segoe UI" panose="020B0502040204020203" pitchFamily="34" charset="0"/>
              </a:endParaRPr>
            </a:p>
          </p:txBody>
        </p:sp>
      </p:grpSp>
      <p:pic>
        <p:nvPicPr>
          <p:cNvPr id="17" name="Imagen 16">
            <a:extLst>
              <a:ext uri="{FF2B5EF4-FFF2-40B4-BE49-F238E27FC236}">
                <a16:creationId xmlns:a16="http://schemas.microsoft.com/office/drawing/2014/main" id="{AAD05F80-83D6-4AAE-D000-58C1942A51D9}"/>
              </a:ext>
            </a:extLst>
          </p:cNvPr>
          <p:cNvPicPr>
            <a:picLocks noChangeAspect="1"/>
          </p:cNvPicPr>
          <p:nvPr/>
        </p:nvPicPr>
        <p:blipFill>
          <a:blip r:embed="rId5"/>
          <a:srcRect t="1" b="-723"/>
          <a:stretch>
            <a:fillRect/>
          </a:stretch>
        </p:blipFill>
        <p:spPr>
          <a:xfrm>
            <a:off x="1824114" y="6280085"/>
            <a:ext cx="5813318" cy="4641831"/>
          </a:xfrm>
          <a:prstGeom prst="rect">
            <a:avLst/>
          </a:prstGeom>
          <a:ln>
            <a:solidFill>
              <a:schemeClr val="tx2">
                <a:lumMod val="60000"/>
                <a:lumOff val="40000"/>
              </a:schemeClr>
            </a:solidFill>
          </a:ln>
        </p:spPr>
      </p:pic>
      <p:grpSp>
        <p:nvGrpSpPr>
          <p:cNvPr id="92" name="Grupo 91">
            <a:extLst>
              <a:ext uri="{FF2B5EF4-FFF2-40B4-BE49-F238E27FC236}">
                <a16:creationId xmlns:a16="http://schemas.microsoft.com/office/drawing/2014/main" id="{F49B4DC0-5F52-1459-A378-D43ADE2E0A79}"/>
              </a:ext>
            </a:extLst>
          </p:cNvPr>
          <p:cNvGrpSpPr/>
          <p:nvPr/>
        </p:nvGrpSpPr>
        <p:grpSpPr>
          <a:xfrm>
            <a:off x="7156483" y="6441345"/>
            <a:ext cx="13028102" cy="5705317"/>
            <a:chOff x="7156483" y="6441345"/>
            <a:chExt cx="13028102" cy="5705317"/>
          </a:xfrm>
        </p:grpSpPr>
        <p:grpSp>
          <p:nvGrpSpPr>
            <p:cNvPr id="23" name="Grupo 22">
              <a:extLst>
                <a:ext uri="{FF2B5EF4-FFF2-40B4-BE49-F238E27FC236}">
                  <a16:creationId xmlns:a16="http://schemas.microsoft.com/office/drawing/2014/main" id="{F5E6C2C3-B5E8-7229-19E8-5C5AEC52E649}"/>
                </a:ext>
              </a:extLst>
            </p:cNvPr>
            <p:cNvGrpSpPr/>
            <p:nvPr/>
          </p:nvGrpSpPr>
          <p:grpSpPr>
            <a:xfrm>
              <a:off x="7156483" y="6441345"/>
              <a:ext cx="12091775" cy="5705317"/>
              <a:chOff x="9800329" y="4575901"/>
              <a:chExt cx="12091775" cy="5705317"/>
            </a:xfrm>
          </p:grpSpPr>
          <p:grpSp>
            <p:nvGrpSpPr>
              <p:cNvPr id="24" name="Grupo 23">
                <a:extLst>
                  <a:ext uri="{FF2B5EF4-FFF2-40B4-BE49-F238E27FC236}">
                    <a16:creationId xmlns:a16="http://schemas.microsoft.com/office/drawing/2014/main" id="{A955A91E-1D6A-E431-F479-5202DEF9DEBA}"/>
                  </a:ext>
                </a:extLst>
              </p:cNvPr>
              <p:cNvGrpSpPr/>
              <p:nvPr/>
            </p:nvGrpSpPr>
            <p:grpSpPr>
              <a:xfrm>
                <a:off x="9800329" y="4575901"/>
                <a:ext cx="3629089" cy="4241860"/>
                <a:chOff x="3207179" y="10836758"/>
                <a:chExt cx="5263919" cy="4241860"/>
              </a:xfrm>
            </p:grpSpPr>
            <p:sp>
              <p:nvSpPr>
                <p:cNvPr id="27" name="Elipse 26">
                  <a:extLst>
                    <a:ext uri="{FF2B5EF4-FFF2-40B4-BE49-F238E27FC236}">
                      <a16:creationId xmlns:a16="http://schemas.microsoft.com/office/drawing/2014/main" id="{C7CF1D73-2390-DB4C-EA9C-26C8AE26CBC0}"/>
                    </a:ext>
                  </a:extLst>
                </p:cNvPr>
                <p:cNvSpPr/>
                <p:nvPr/>
              </p:nvSpPr>
              <p:spPr>
                <a:xfrm>
                  <a:off x="3207179" y="10836758"/>
                  <a:ext cx="488189" cy="348262"/>
                </a:xfrm>
                <a:prstGeom prst="ellipse">
                  <a:avLst/>
                </a:prstGeom>
                <a:solidFill>
                  <a:schemeClr val="tx1">
                    <a:lumMod val="65000"/>
                    <a:lumOff val="35000"/>
                  </a:schemeClr>
                </a:solidFill>
                <a:ln>
                  <a:solidFill>
                    <a:schemeClr val="tx1">
                      <a:lumMod val="65000"/>
                      <a:lumOff val="3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cxnSp>
              <p:nvCxnSpPr>
                <p:cNvPr id="28" name="Conector: angular 27">
                  <a:extLst>
                    <a:ext uri="{FF2B5EF4-FFF2-40B4-BE49-F238E27FC236}">
                      <a16:creationId xmlns:a16="http://schemas.microsoft.com/office/drawing/2014/main" id="{80CB07F9-B165-28AE-E540-EDB7BC8B7745}"/>
                    </a:ext>
                  </a:extLst>
                </p:cNvPr>
                <p:cNvCxnSpPr>
                  <a:cxnSpLocks/>
                  <a:stCxn id="27" idx="6"/>
                  <a:endCxn id="25" idx="2"/>
                </p:cNvCxnSpPr>
                <p:nvPr/>
              </p:nvCxnSpPr>
              <p:spPr>
                <a:xfrm>
                  <a:off x="3695368" y="11010889"/>
                  <a:ext cx="4775730" cy="4067729"/>
                </a:xfrm>
                <a:prstGeom prst="bentConnector3">
                  <a:avLst>
                    <a:gd name="adj1" fmla="val 50000"/>
                  </a:avLst>
                </a:prstGeom>
                <a:ln w="57150">
                  <a:solidFill>
                    <a:schemeClr val="tx1">
                      <a:lumMod val="65000"/>
                      <a:lumOff val="35000"/>
                    </a:schemeClr>
                  </a:solidFill>
                  <a:prstDash val="dash"/>
                  <a:tailEnd type="triangle"/>
                </a:ln>
              </p:spPr>
              <p:style>
                <a:lnRef idx="1">
                  <a:schemeClr val="dk1"/>
                </a:lnRef>
                <a:fillRef idx="0">
                  <a:schemeClr val="dk1"/>
                </a:fillRef>
                <a:effectRef idx="0">
                  <a:schemeClr val="dk1"/>
                </a:effectRef>
                <a:fontRef idx="minor">
                  <a:schemeClr val="tx1"/>
                </a:fontRef>
              </p:style>
            </p:cxnSp>
          </p:grpSp>
          <p:sp>
            <p:nvSpPr>
              <p:cNvPr id="25" name="Rectángulo: esquinas diagonales redondeadas 24">
                <a:extLst>
                  <a:ext uri="{FF2B5EF4-FFF2-40B4-BE49-F238E27FC236}">
                    <a16:creationId xmlns:a16="http://schemas.microsoft.com/office/drawing/2014/main" id="{E8547484-E441-E273-E745-9D65D075BDF0}"/>
                  </a:ext>
                </a:extLst>
              </p:cNvPr>
              <p:cNvSpPr>
                <a:spLocks/>
              </p:cNvSpPr>
              <p:nvPr/>
            </p:nvSpPr>
            <p:spPr>
              <a:xfrm>
                <a:off x="13429418" y="7386754"/>
                <a:ext cx="8462686" cy="2862014"/>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 Placeholder 4">
                <a:extLst>
                  <a:ext uri="{FF2B5EF4-FFF2-40B4-BE49-F238E27FC236}">
                    <a16:creationId xmlns:a16="http://schemas.microsoft.com/office/drawing/2014/main" id="{6203F7AB-7F19-D145-AB54-C06F70021FE8}"/>
                  </a:ext>
                </a:extLst>
              </p:cNvPr>
              <p:cNvSpPr txBox="1">
                <a:spLocks/>
              </p:cNvSpPr>
              <p:nvPr/>
            </p:nvSpPr>
            <p:spPr>
              <a:xfrm>
                <a:off x="13966977" y="7803633"/>
                <a:ext cx="7489931" cy="2477585"/>
              </a:xfrm>
              <a:prstGeom prst="rect">
                <a:avLst/>
              </a:prstGeom>
            </p:spPr>
            <p:txBody>
              <a:bodyPr vert="horz" lIns="91440" tIns="45720" rIns="91440" bIns="45720" rtlCol="0">
                <a:no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s-ES" sz="2200" dirty="0">
                    <a:latin typeface="Segoe UI" panose="020B0502040204020203" pitchFamily="34" charset="0"/>
                    <a:cs typeface="Segoe UI" panose="020B0502040204020203" pitchFamily="34" charset="0"/>
                  </a:rPr>
                  <a:t>At the annual level, a </a:t>
                </a:r>
                <a:r>
                  <a:rPr lang="es-ES" sz="2200" b="1" dirty="0">
                    <a:latin typeface="Segoe UI" panose="020B0502040204020203" pitchFamily="34" charset="0"/>
                    <a:cs typeface="Segoe UI" panose="020B0502040204020203" pitchFamily="34" charset="0"/>
                  </a:rPr>
                  <a:t>positive evolution </a:t>
                </a:r>
                <a:r>
                  <a:rPr lang="es-ES" sz="2200" dirty="0">
                    <a:latin typeface="Segoe UI" panose="020B0502040204020203" pitchFamily="34" charset="0"/>
                    <a:cs typeface="Segoe UI" panose="020B0502040204020203" pitchFamily="34" charset="0"/>
                  </a:rPr>
                  <a:t>of the strategy is observed: corrective maintenance predominated in 2023 and 2024, while in 2025 preventive increased significantly.</a:t>
                </a:r>
              </a:p>
              <a:p>
                <a:pPr>
                  <a:spcBef>
                    <a:spcPts val="1200"/>
                  </a:spcBef>
                </a:pPr>
                <a:r>
                  <a:rPr lang="es-ES" sz="2200" dirty="0">
                    <a:latin typeface="Segoe UI" panose="020B0502040204020203" pitchFamily="34" charset="0"/>
                    <a:cs typeface="Segoe UI" panose="020B0502040204020203" pitchFamily="34" charset="0"/>
                  </a:rPr>
                  <a:t>This trend shows a transition toward a more planned and efficient scheme that should be sustained and deepened.</a:t>
                </a:r>
                <a:endParaRPr lang="en-US" sz="2200" dirty="0">
                  <a:latin typeface="Segoe UI" panose="020B0502040204020203" pitchFamily="34" charset="0"/>
                  <a:cs typeface="Segoe UI" panose="020B0502040204020203" pitchFamily="34" charset="0"/>
                </a:endParaRPr>
              </a:p>
            </p:txBody>
          </p:sp>
        </p:grpSp>
        <p:pic>
          <p:nvPicPr>
            <p:cNvPr id="83" name="Picture 4" descr="checkmark-png-5 - CP720">
              <a:extLst>
                <a:ext uri="{FF2B5EF4-FFF2-40B4-BE49-F238E27FC236}">
                  <a16:creationId xmlns:a16="http://schemas.microsoft.com/office/drawing/2014/main" id="{8250927E-311F-A985-74DC-DEC2F81C2DB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889606" y="10496547"/>
              <a:ext cx="1294979" cy="1230234"/>
            </a:xfrm>
            <a:prstGeom prst="rect">
              <a:avLst/>
            </a:prstGeom>
            <a:noFill/>
            <a:extLst>
              <a:ext uri="{909E8E84-426E-40DD-AFC4-6F175D3DCCD1}">
                <a14:hiddenFill xmlns:a14="http://schemas.microsoft.com/office/drawing/2010/main">
                  <a:solidFill>
                    <a:srgbClr val="FFFFFF"/>
                  </a:solidFill>
                </a14:hiddenFill>
              </a:ext>
            </a:extLst>
          </p:spPr>
        </p:pic>
      </p:grpSp>
      <p:pic>
        <p:nvPicPr>
          <p:cNvPr id="31" name="Imagen 30">
            <a:extLst>
              <a:ext uri="{FF2B5EF4-FFF2-40B4-BE49-F238E27FC236}">
                <a16:creationId xmlns:a16="http://schemas.microsoft.com/office/drawing/2014/main" id="{46633DC8-0E27-E704-F266-09D99FBE4466}"/>
              </a:ext>
            </a:extLst>
          </p:cNvPr>
          <p:cNvPicPr>
            <a:picLocks noChangeAspect="1"/>
          </p:cNvPicPr>
          <p:nvPr/>
        </p:nvPicPr>
        <p:blipFill>
          <a:blip r:embed="rId7"/>
          <a:stretch>
            <a:fillRect/>
          </a:stretch>
        </p:blipFill>
        <p:spPr>
          <a:xfrm>
            <a:off x="10785569" y="4145271"/>
            <a:ext cx="8091928" cy="4818924"/>
          </a:xfrm>
          <a:prstGeom prst="rect">
            <a:avLst/>
          </a:prstGeom>
        </p:spPr>
      </p:pic>
      <p:grpSp>
        <p:nvGrpSpPr>
          <p:cNvPr id="97" name="Grupo 96">
            <a:extLst>
              <a:ext uri="{FF2B5EF4-FFF2-40B4-BE49-F238E27FC236}">
                <a16:creationId xmlns:a16="http://schemas.microsoft.com/office/drawing/2014/main" id="{3B9316C5-A169-7DAC-DA3A-EE6382855A6F}"/>
              </a:ext>
            </a:extLst>
          </p:cNvPr>
          <p:cNvGrpSpPr/>
          <p:nvPr/>
        </p:nvGrpSpPr>
        <p:grpSpPr>
          <a:xfrm>
            <a:off x="11702986" y="4943950"/>
            <a:ext cx="11076968" cy="3920271"/>
            <a:chOff x="11702986" y="5040202"/>
            <a:chExt cx="11076968" cy="3920271"/>
          </a:xfrm>
        </p:grpSpPr>
        <p:sp>
          <p:nvSpPr>
            <p:cNvPr id="66" name="Rectángulo: esquinas redondeadas 65">
              <a:extLst>
                <a:ext uri="{FF2B5EF4-FFF2-40B4-BE49-F238E27FC236}">
                  <a16:creationId xmlns:a16="http://schemas.microsoft.com/office/drawing/2014/main" id="{8B6A47F2-8103-2B77-1CC9-EBCAA7D4A71E}"/>
                </a:ext>
              </a:extLst>
            </p:cNvPr>
            <p:cNvSpPr/>
            <p:nvPr/>
          </p:nvSpPr>
          <p:spPr>
            <a:xfrm>
              <a:off x="11702986" y="5040203"/>
              <a:ext cx="1459008" cy="3920270"/>
            </a:xfrm>
            <a:prstGeom prst="roundRect">
              <a:avLst>
                <a:gd name="adj" fmla="val 15177"/>
              </a:avLst>
            </a:prstGeom>
            <a:solidFill>
              <a:srgbClr val="00B050">
                <a:alpha val="10000"/>
              </a:srgbClr>
            </a:solidFill>
            <a:ln w="57150">
              <a:solidFill>
                <a:srgbClr val="00B050"/>
              </a:solidFill>
              <a:prstDash val="dash"/>
              <a:tailEnd type="triangle"/>
            </a:ln>
          </p:spPr>
          <p:style>
            <a:lnRef idx="1">
              <a:schemeClr val="dk1"/>
            </a:lnRef>
            <a:fillRef idx="0">
              <a:schemeClr val="dk1"/>
            </a:fillRef>
            <a:effectRef idx="0">
              <a:schemeClr val="dk1"/>
            </a:effectRef>
            <a:fontRef idx="minor">
              <a:schemeClr val="tx1"/>
            </a:fontRef>
          </p:style>
          <p:txBody>
            <a:bodyPr rtlCol="0" anchor="ctr"/>
            <a:lstStyle/>
            <a:p>
              <a:pPr algn="r"/>
              <a:endParaRPr lang="es-AR" sz="3200" b="1" dirty="0">
                <a:latin typeface="Segoe UI" panose="020B0502040204020203" pitchFamily="34" charset="0"/>
                <a:cs typeface="Segoe UI" panose="020B0502040204020203" pitchFamily="34" charset="0"/>
              </a:endParaRPr>
            </a:p>
          </p:txBody>
        </p:sp>
        <p:sp>
          <p:nvSpPr>
            <p:cNvPr id="71" name="Rectángulo: esquinas redondeadas 70">
              <a:extLst>
                <a:ext uri="{FF2B5EF4-FFF2-40B4-BE49-F238E27FC236}">
                  <a16:creationId xmlns:a16="http://schemas.microsoft.com/office/drawing/2014/main" id="{C6097F5C-CA09-8948-B68D-70C381A83459}"/>
                </a:ext>
              </a:extLst>
            </p:cNvPr>
            <p:cNvSpPr/>
            <p:nvPr/>
          </p:nvSpPr>
          <p:spPr>
            <a:xfrm>
              <a:off x="16560384" y="5040202"/>
              <a:ext cx="1565806" cy="3920271"/>
            </a:xfrm>
            <a:prstGeom prst="roundRect">
              <a:avLst>
                <a:gd name="adj" fmla="val 15177"/>
              </a:avLst>
            </a:prstGeom>
            <a:solidFill>
              <a:srgbClr val="00B050">
                <a:alpha val="10000"/>
              </a:srgbClr>
            </a:solidFill>
            <a:ln w="57150">
              <a:solidFill>
                <a:srgbClr val="00B050"/>
              </a:solidFill>
              <a:prstDash val="dash"/>
              <a:tailEnd type="triangle"/>
            </a:ln>
          </p:spPr>
          <p:style>
            <a:lnRef idx="1">
              <a:schemeClr val="dk1"/>
            </a:lnRef>
            <a:fillRef idx="0">
              <a:schemeClr val="dk1"/>
            </a:fillRef>
            <a:effectRef idx="0">
              <a:schemeClr val="dk1"/>
            </a:effectRef>
            <a:fontRef idx="minor">
              <a:schemeClr val="tx1"/>
            </a:fontRef>
          </p:style>
          <p:txBody>
            <a:bodyPr rtlCol="0" anchor="ctr"/>
            <a:lstStyle/>
            <a:p>
              <a:pPr algn="r"/>
              <a:endParaRPr lang="es-AR" sz="3200" b="1" dirty="0">
                <a:latin typeface="Segoe UI" panose="020B0502040204020203" pitchFamily="34" charset="0"/>
                <a:cs typeface="Segoe UI" panose="020B0502040204020203" pitchFamily="34" charset="0"/>
              </a:endParaRPr>
            </a:p>
          </p:txBody>
        </p:sp>
        <p:sp>
          <p:nvSpPr>
            <p:cNvPr id="72" name="Rectángulo 71">
              <a:extLst>
                <a:ext uri="{FF2B5EF4-FFF2-40B4-BE49-F238E27FC236}">
                  <a16:creationId xmlns:a16="http://schemas.microsoft.com/office/drawing/2014/main" id="{2ED08299-586C-46FC-5913-25A3F02B3797}"/>
                </a:ext>
              </a:extLst>
            </p:cNvPr>
            <p:cNvSpPr/>
            <p:nvPr/>
          </p:nvSpPr>
          <p:spPr>
            <a:xfrm>
              <a:off x="19248257" y="6889587"/>
              <a:ext cx="330858" cy="33085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Text Placeholder 4">
              <a:extLst>
                <a:ext uri="{FF2B5EF4-FFF2-40B4-BE49-F238E27FC236}">
                  <a16:creationId xmlns:a16="http://schemas.microsoft.com/office/drawing/2014/main" id="{CFE86C98-03F8-265E-B047-F4F18D18A3F6}"/>
                </a:ext>
              </a:extLst>
            </p:cNvPr>
            <p:cNvSpPr txBox="1">
              <a:spLocks/>
            </p:cNvSpPr>
            <p:nvPr/>
          </p:nvSpPr>
          <p:spPr>
            <a:xfrm>
              <a:off x="19698552" y="6789607"/>
              <a:ext cx="3081402" cy="864873"/>
            </a:xfrm>
            <a:prstGeom prst="rect">
              <a:avLst/>
            </a:prstGeom>
          </p:spPr>
          <p:txBody>
            <a:bodyPr vert="horz" lIns="91440" tIns="45720" rIns="91440" bIns="45720" rtlCol="0">
              <a:no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s-ES" sz="1800" b="1" i="1" dirty="0">
                  <a:solidFill>
                    <a:schemeClr val="tx1">
                      <a:lumMod val="75000"/>
                      <a:lumOff val="25000"/>
                    </a:schemeClr>
                  </a:solidFill>
                  <a:latin typeface="Segoe UI" panose="020B0502040204020203" pitchFamily="34" charset="0"/>
                  <a:ea typeface="Segoe UI Emoji" panose="020B0502040204020203" pitchFamily="34" charset="0"/>
                  <a:cs typeface="Segoe UI" panose="020B0502040204020203" pitchFamily="34" charset="0"/>
                </a:rPr>
                <a:t>Low-production months, optimal for performing maintenance.</a:t>
              </a:r>
              <a:endParaRPr lang="en-US" sz="1800" b="1" i="1" dirty="0">
                <a:solidFill>
                  <a:schemeClr val="tx1">
                    <a:lumMod val="75000"/>
                    <a:lumOff val="25000"/>
                  </a:schemeClr>
                </a:solidFill>
                <a:latin typeface="Segoe UI" panose="020B0502040204020203" pitchFamily="34" charset="0"/>
                <a:ea typeface="Segoe UI Emoji" panose="020B0502040204020203" pitchFamily="34" charset="0"/>
                <a:cs typeface="Segoe UI" panose="020B0502040204020203" pitchFamily="34" charset="0"/>
              </a:endParaRPr>
            </a:p>
          </p:txBody>
        </p:sp>
      </p:grpSp>
      <p:grpSp>
        <p:nvGrpSpPr>
          <p:cNvPr id="96" name="Grupo 95">
            <a:extLst>
              <a:ext uri="{FF2B5EF4-FFF2-40B4-BE49-F238E27FC236}">
                <a16:creationId xmlns:a16="http://schemas.microsoft.com/office/drawing/2014/main" id="{AFEB7D83-F11C-AFE6-6BD0-D63940F16F11}"/>
              </a:ext>
            </a:extLst>
          </p:cNvPr>
          <p:cNvGrpSpPr/>
          <p:nvPr/>
        </p:nvGrpSpPr>
        <p:grpSpPr>
          <a:xfrm>
            <a:off x="13268793" y="4980973"/>
            <a:ext cx="9496670" cy="3920271"/>
            <a:chOff x="13268793" y="5077225"/>
            <a:chExt cx="9496670" cy="3920271"/>
          </a:xfrm>
        </p:grpSpPr>
        <p:sp>
          <p:nvSpPr>
            <p:cNvPr id="58" name="Rectángulo: esquinas redondeadas 57">
              <a:extLst>
                <a:ext uri="{FF2B5EF4-FFF2-40B4-BE49-F238E27FC236}">
                  <a16:creationId xmlns:a16="http://schemas.microsoft.com/office/drawing/2014/main" id="{9740E546-E687-7517-4166-5EF2274ECD0C}"/>
                </a:ext>
              </a:extLst>
            </p:cNvPr>
            <p:cNvSpPr/>
            <p:nvPr/>
          </p:nvSpPr>
          <p:spPr>
            <a:xfrm>
              <a:off x="13268793" y="5077225"/>
              <a:ext cx="3173254" cy="3920271"/>
            </a:xfrm>
            <a:prstGeom prst="roundRect">
              <a:avLst>
                <a:gd name="adj" fmla="val 15177"/>
              </a:avLst>
            </a:prstGeom>
            <a:solidFill>
              <a:srgbClr val="FFC000">
                <a:alpha val="10000"/>
              </a:srgbClr>
            </a:solidFill>
            <a:ln w="57150">
              <a:solidFill>
                <a:srgbClr val="FFC000"/>
              </a:solidFill>
              <a:prstDash val="dash"/>
              <a:tailEnd type="triangle"/>
            </a:ln>
          </p:spPr>
          <p:style>
            <a:lnRef idx="1">
              <a:schemeClr val="dk1"/>
            </a:lnRef>
            <a:fillRef idx="0">
              <a:schemeClr val="dk1"/>
            </a:fillRef>
            <a:effectRef idx="0">
              <a:schemeClr val="dk1"/>
            </a:effectRef>
            <a:fontRef idx="minor">
              <a:schemeClr val="tx1"/>
            </a:fontRef>
          </p:style>
          <p:txBody>
            <a:bodyPr rtlCol="0" anchor="ctr"/>
            <a:lstStyle/>
            <a:p>
              <a:pPr algn="r"/>
              <a:endParaRPr lang="es-AR" sz="3200" b="1" dirty="0">
                <a:latin typeface="Segoe UI" panose="020B0502040204020203" pitchFamily="34" charset="0"/>
                <a:cs typeface="Segoe UI" panose="020B0502040204020203" pitchFamily="34" charset="0"/>
              </a:endParaRPr>
            </a:p>
          </p:txBody>
        </p:sp>
        <p:sp>
          <p:nvSpPr>
            <p:cNvPr id="73" name="Rectángulo 72">
              <a:extLst>
                <a:ext uri="{FF2B5EF4-FFF2-40B4-BE49-F238E27FC236}">
                  <a16:creationId xmlns:a16="http://schemas.microsoft.com/office/drawing/2014/main" id="{07B67DAD-A1B6-DE5A-B0C9-9DB5E16343A2}"/>
                </a:ext>
              </a:extLst>
            </p:cNvPr>
            <p:cNvSpPr/>
            <p:nvPr/>
          </p:nvSpPr>
          <p:spPr>
            <a:xfrm>
              <a:off x="19248257" y="6077304"/>
              <a:ext cx="330858" cy="330858"/>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 Placeholder 4">
              <a:extLst>
                <a:ext uri="{FF2B5EF4-FFF2-40B4-BE49-F238E27FC236}">
                  <a16:creationId xmlns:a16="http://schemas.microsoft.com/office/drawing/2014/main" id="{77E45806-7A60-9741-031C-B9A9D55F75DA}"/>
                </a:ext>
              </a:extLst>
            </p:cNvPr>
            <p:cNvSpPr txBox="1">
              <a:spLocks/>
            </p:cNvSpPr>
            <p:nvPr/>
          </p:nvSpPr>
          <p:spPr>
            <a:xfrm>
              <a:off x="19684061" y="5982622"/>
              <a:ext cx="3081402" cy="706586"/>
            </a:xfrm>
            <a:prstGeom prst="rect">
              <a:avLst/>
            </a:prstGeom>
          </p:spPr>
          <p:txBody>
            <a:bodyPr vert="horz" lIns="91440" tIns="45720" rIns="91440" bIns="45720" rtlCol="0">
              <a:no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s-ES" sz="1800" b="1" i="1" dirty="0">
                  <a:solidFill>
                    <a:schemeClr val="tx1">
                      <a:lumMod val="75000"/>
                      <a:lumOff val="25000"/>
                    </a:schemeClr>
                  </a:solidFill>
                  <a:latin typeface="Segoe UI" panose="020B0502040204020203" pitchFamily="34" charset="0"/>
                  <a:ea typeface="Segoe UI Emoji" panose="020B0502040204020203" pitchFamily="34" charset="0"/>
                  <a:cs typeface="Segoe UI" panose="020B0502040204020203" pitchFamily="34" charset="0"/>
                </a:rPr>
                <a:t>High-wind months with greatest energy generated</a:t>
              </a:r>
              <a:r>
                <a:rPr lang="es-ES" sz="200" b="1" i="1" dirty="0">
                  <a:solidFill>
                    <a:schemeClr val="tx1">
                      <a:lumMod val="75000"/>
                      <a:lumOff val="25000"/>
                    </a:schemeClr>
                  </a:solidFill>
                  <a:latin typeface="Segoe UI" panose="020B0502040204020203" pitchFamily="34" charset="0"/>
                  <a:ea typeface="Segoe UI Emoji" panose="020B0502040204020203" pitchFamily="34" charset="0"/>
                  <a:cs typeface="Segoe UI" panose="020B0502040204020203" pitchFamily="34" charset="0"/>
                </a:rPr>
                <a:t>	</a:t>
              </a:r>
            </a:p>
          </p:txBody>
        </p:sp>
      </p:grpSp>
    </p:spTree>
    <p:extLst>
      <p:ext uri="{BB962C8B-B14F-4D97-AF65-F5344CB8AC3E}">
        <p14:creationId xmlns:p14="http://schemas.microsoft.com/office/powerpoint/2010/main" val="1777202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fade">
                                      <p:cBhvr>
                                        <p:cTn id="7" dur="500"/>
                                        <p:tgtEl>
                                          <p:spTgt spid="1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6"/>
                                        </p:tgtEl>
                                        <p:attrNameLst>
                                          <p:attrName>style.visibility</p:attrName>
                                        </p:attrNameLst>
                                      </p:cBhvr>
                                      <p:to>
                                        <p:strVal val="visible"/>
                                      </p:to>
                                    </p:set>
                                    <p:animEffect transition="in" filter="fade">
                                      <p:cBhvr>
                                        <p:cTn id="12" dur="500"/>
                                        <p:tgtEl>
                                          <p:spTgt spid="9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7"/>
                                        </p:tgtEl>
                                        <p:attrNameLst>
                                          <p:attrName>style.visibility</p:attrName>
                                        </p:attrNameLst>
                                      </p:cBhvr>
                                      <p:to>
                                        <p:strVal val="visible"/>
                                      </p:to>
                                    </p:set>
                                    <p:animEffect transition="in" filter="fade">
                                      <p:cBhvr>
                                        <p:cTn id="17" dur="500"/>
                                        <p:tgtEl>
                                          <p:spTgt spid="9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
                                        </p:tgtEl>
                                        <p:attrNameLst>
                                          <p:attrName>style.visibility</p:attrName>
                                        </p:attrNameLst>
                                      </p:cBhvr>
                                      <p:to>
                                        <p:strVal val="visible"/>
                                      </p:to>
                                    </p:set>
                                    <p:animEffect transition="in" filter="fade">
                                      <p:cBhvr>
                                        <p:cTn id="22" dur="5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C6BC3-70E0-5AB3-89C2-98E8B43237B0}"/>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44ED1901-2F2A-313D-97C3-2F4784100610}"/>
              </a:ext>
            </a:extLst>
          </p:cNvPr>
          <p:cNvSpPr/>
          <p:nvPr/>
        </p:nvSpPr>
        <p:spPr>
          <a:xfrm>
            <a:off x="-1" y="-32657"/>
            <a:ext cx="24382413" cy="276445"/>
          </a:xfrm>
          <a:prstGeom prst="rect">
            <a:avLst/>
          </a:prstGeom>
          <a:solidFill>
            <a:srgbClr val="83E2F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sp>
        <p:nvSpPr>
          <p:cNvPr id="4" name="Rectangle 6">
            <a:extLst>
              <a:ext uri="{FF2B5EF4-FFF2-40B4-BE49-F238E27FC236}">
                <a16:creationId xmlns:a16="http://schemas.microsoft.com/office/drawing/2014/main" id="{146BE2BE-6AEF-0FA9-FD8E-BF4CF79E5F29}"/>
              </a:ext>
            </a:extLst>
          </p:cNvPr>
          <p:cNvSpPr/>
          <p:nvPr/>
        </p:nvSpPr>
        <p:spPr>
          <a:xfrm>
            <a:off x="0" y="12310231"/>
            <a:ext cx="24382413" cy="1405770"/>
          </a:xfrm>
          <a:prstGeom prst="rect">
            <a:avLst/>
          </a:prstGeom>
          <a:solidFill>
            <a:srgbClr val="74ADF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pic>
        <p:nvPicPr>
          <p:cNvPr id="5" name="Imagen 4" descr="Icono  contenido generado por IA puede ser incorrecto.">
            <a:extLst>
              <a:ext uri="{FF2B5EF4-FFF2-40B4-BE49-F238E27FC236}">
                <a16:creationId xmlns:a16="http://schemas.microsoft.com/office/drawing/2014/main" id="{0AB53E8D-C830-8E81-A2C1-0BB0229C111B}"/>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3149564" y="12427151"/>
            <a:ext cx="979800" cy="979800"/>
          </a:xfrm>
          <a:prstGeom prst="rect">
            <a:avLst/>
          </a:prstGeom>
        </p:spPr>
      </p:pic>
      <p:sp>
        <p:nvSpPr>
          <p:cNvPr id="6" name="Title 3">
            <a:extLst>
              <a:ext uri="{FF2B5EF4-FFF2-40B4-BE49-F238E27FC236}">
                <a16:creationId xmlns:a16="http://schemas.microsoft.com/office/drawing/2014/main" id="{13EEB297-0B19-1C2D-F1A2-0D83CE06F47D}"/>
              </a:ext>
            </a:extLst>
          </p:cNvPr>
          <p:cNvSpPr txBox="1">
            <a:spLocks/>
          </p:cNvSpPr>
          <p:nvPr/>
        </p:nvSpPr>
        <p:spPr>
          <a:xfrm>
            <a:off x="459552" y="12503351"/>
            <a:ext cx="19047648" cy="1292659"/>
          </a:xfrm>
          <a:prstGeom prst="rect">
            <a:avLst/>
          </a:prstGeom>
        </p:spPr>
        <p:txBody>
          <a:bodyPr/>
          <a:lstStyle>
            <a:lvl1pPr algn="l" defTabSz="1828709" rtl="0" eaLnBrk="1" latinLnBrk="0" hangingPunct="1">
              <a:lnSpc>
                <a:spcPct val="97000"/>
              </a:lnSpc>
              <a:spcBef>
                <a:spcPct val="0"/>
              </a:spcBef>
              <a:buNone/>
              <a:defRPr sz="4800" b="0" i="0" kern="1200" cap="all" spc="-50" baseline="0">
                <a:solidFill>
                  <a:schemeClr val="tx1"/>
                </a:solidFill>
                <a:latin typeface="+mj-lt"/>
                <a:ea typeface="+mj-ea"/>
                <a:cs typeface="Toyota Type" panose="020B0502020202020204" pitchFamily="34" charset="0"/>
              </a:defRPr>
            </a:lvl1pPr>
          </a:lstStyle>
          <a:p>
            <a:r>
              <a:rPr lang="en-GB" spc="600" dirty="0">
                <a:solidFill>
                  <a:srgbClr val="FFFFFF"/>
                </a:solidFill>
                <a:latin typeface="Segoe UI Variable Small Semibol" pitchFamily="2" charset="0"/>
                <a:ea typeface="Segoe UI Emoji" panose="020B0502040204020203" pitchFamily="34" charset="0"/>
                <a:cs typeface="Toyota Type Semibold" panose="020B0702020202020204" pitchFamily="34" charset="0"/>
              </a:rPr>
              <a:t>|| 6. EXPLORATORY ANALYSIS</a:t>
            </a:r>
          </a:p>
        </p:txBody>
      </p:sp>
      <p:sp>
        <p:nvSpPr>
          <p:cNvPr id="8" name="Rectángulo: esquinas diagonales redondeadas 7">
            <a:extLst>
              <a:ext uri="{FF2B5EF4-FFF2-40B4-BE49-F238E27FC236}">
                <a16:creationId xmlns:a16="http://schemas.microsoft.com/office/drawing/2014/main" id="{6C32BCF9-F104-0C34-B1FF-D9BF215324FF}"/>
              </a:ext>
            </a:extLst>
          </p:cNvPr>
          <p:cNvSpPr>
            <a:spLocks noGrp="1" noRot="1" noMove="1" noResize="1" noEditPoints="1" noAdjustHandles="1" noChangeArrowheads="1" noChangeShapeType="1"/>
          </p:cNvSpPr>
          <p:nvPr/>
        </p:nvSpPr>
        <p:spPr>
          <a:xfrm>
            <a:off x="1332150" y="243788"/>
            <a:ext cx="21865591" cy="12066443"/>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CuadroTexto 8">
            <a:extLst>
              <a:ext uri="{FF2B5EF4-FFF2-40B4-BE49-F238E27FC236}">
                <a16:creationId xmlns:a16="http://schemas.microsoft.com/office/drawing/2014/main" id="{A318AC25-4BCA-E9CE-C57F-9EE73353D086}"/>
              </a:ext>
            </a:extLst>
          </p:cNvPr>
          <p:cNvSpPr txBox="1"/>
          <p:nvPr/>
        </p:nvSpPr>
        <p:spPr>
          <a:xfrm>
            <a:off x="4564233" y="548100"/>
            <a:ext cx="17783967" cy="830997"/>
          </a:xfrm>
          <a:prstGeom prst="rect">
            <a:avLst/>
          </a:prstGeom>
          <a:noFill/>
        </p:spPr>
        <p:txBody>
          <a:bodyPr wrap="square" rtlCol="0">
            <a:spAutoFit/>
          </a:bodyPr>
          <a:lstStyle/>
          <a:p>
            <a:r>
              <a:rPr lang="es-AR" sz="4800" b="1" spc="600" dirty="0">
                <a:solidFill>
                  <a:schemeClr val="tx2"/>
                </a:solidFill>
                <a:latin typeface="Segoe UI Variable Display Light" pitchFamily="2" charset="0"/>
              </a:rPr>
              <a:t>Profitability</a:t>
            </a:r>
            <a:endParaRPr lang="en-US" sz="4800" b="1" spc="600" dirty="0">
              <a:solidFill>
                <a:schemeClr val="tx2"/>
              </a:solidFill>
              <a:latin typeface="Segoe UI Variable Display Light" pitchFamily="2" charset="0"/>
            </a:endParaRPr>
          </a:p>
        </p:txBody>
      </p:sp>
      <p:sp>
        <p:nvSpPr>
          <p:cNvPr id="11" name="Flecha: cheurón 10">
            <a:extLst>
              <a:ext uri="{FF2B5EF4-FFF2-40B4-BE49-F238E27FC236}">
                <a16:creationId xmlns:a16="http://schemas.microsoft.com/office/drawing/2014/main" id="{6E44A5DF-5FD1-1867-AEFF-3A7CB4953071}"/>
              </a:ext>
            </a:extLst>
          </p:cNvPr>
          <p:cNvSpPr/>
          <p:nvPr/>
        </p:nvSpPr>
        <p:spPr>
          <a:xfrm>
            <a:off x="2621277" y="546902"/>
            <a:ext cx="876300" cy="799587"/>
          </a:xfrm>
          <a:prstGeom prst="chevron">
            <a:avLst/>
          </a:prstGeom>
          <a:gradFill>
            <a:gsLst>
              <a:gs pos="0">
                <a:srgbClr val="74ADFA"/>
              </a:gs>
              <a:gs pos="100000">
                <a:srgbClr val="4FD1FF"/>
              </a:gs>
            </a:gsLst>
            <a:lin ang="5400000" scaled="1"/>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Flecha: cheurón 11">
            <a:extLst>
              <a:ext uri="{FF2B5EF4-FFF2-40B4-BE49-F238E27FC236}">
                <a16:creationId xmlns:a16="http://schemas.microsoft.com/office/drawing/2014/main" id="{FD79355C-7B2D-F3D9-CFBD-C91EB8A6CFA4}"/>
              </a:ext>
            </a:extLst>
          </p:cNvPr>
          <p:cNvSpPr/>
          <p:nvPr/>
        </p:nvSpPr>
        <p:spPr>
          <a:xfrm>
            <a:off x="3331059" y="546902"/>
            <a:ext cx="876300" cy="799587"/>
          </a:xfrm>
          <a:prstGeom prst="chevron">
            <a:avLst/>
          </a:prstGeom>
          <a:gradFill>
            <a:gsLst>
              <a:gs pos="0">
                <a:srgbClr val="74ADFA"/>
              </a:gs>
              <a:gs pos="100000">
                <a:srgbClr val="4FD1FF"/>
              </a:gs>
            </a:gsLst>
            <a:lin ang="5400000" scaled="1"/>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Text Placeholder 4">
            <a:extLst>
              <a:ext uri="{FF2B5EF4-FFF2-40B4-BE49-F238E27FC236}">
                <a16:creationId xmlns:a16="http://schemas.microsoft.com/office/drawing/2014/main" id="{6EBD7D43-7B50-BF84-92DF-5036E4B4CAAC}"/>
              </a:ext>
            </a:extLst>
          </p:cNvPr>
          <p:cNvSpPr txBox="1">
            <a:spLocks/>
          </p:cNvSpPr>
          <p:nvPr/>
        </p:nvSpPr>
        <p:spPr>
          <a:xfrm>
            <a:off x="11233580" y="1584672"/>
            <a:ext cx="9236152" cy="830996"/>
          </a:xfrm>
          <a:prstGeom prst="rect">
            <a:avLst/>
          </a:prstGeom>
        </p:spPr>
        <p:txBody>
          <a:bodyPr vert="horz" lIns="91440" tIns="45720" rIns="91440" bIns="45720" rtlCol="0">
            <a:no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s-ES" sz="2800" b="1" dirty="0">
                <a:latin typeface="Segoe UI" panose="020B0502040204020203" pitchFamily="34" charset="0"/>
                <a:cs typeface="Segoe UI" panose="020B0502040204020203" pitchFamily="34" charset="0"/>
              </a:rPr>
              <a:t>Economic Result Calculation</a:t>
            </a:r>
            <a:br>
              <a:rPr lang="es-ES" sz="2800" dirty="0">
                <a:latin typeface="Segoe UI" panose="020B0502040204020203" pitchFamily="34" charset="0"/>
                <a:cs typeface="Segoe UI" panose="020B0502040204020203" pitchFamily="34" charset="0"/>
              </a:rPr>
            </a:br>
            <a:r>
              <a:rPr lang="es-ES" sz="2400" dirty="0" err="1">
                <a:latin typeface="Segoe UI" panose="020B0502040204020203" pitchFamily="34" charset="0"/>
                <a:cs typeface="Segoe UI" panose="020B0502040204020203" pitchFamily="34" charset="0"/>
              </a:rPr>
              <a:t>profit</a:t>
            </a:r>
            <a:r>
              <a:rPr lang="es-ES" sz="2400" dirty="0">
                <a:latin typeface="Segoe UI" panose="020B0502040204020203" pitchFamily="34" charset="0"/>
                <a:cs typeface="Segoe UI" panose="020B0502040204020203" pitchFamily="34" charset="0"/>
              </a:rPr>
              <a:t>The farm profit is determined as the difference between income from energy sold and associated operational costs.</a:t>
            </a:r>
            <a:endParaRPr lang="en-US" sz="2200" dirty="0">
              <a:latin typeface="Segoe UI" panose="020B0502040204020203" pitchFamily="34" charset="0"/>
              <a:cs typeface="Segoe UI" panose="020B0502040204020203" pitchFamily="34" charset="0"/>
            </a:endParaRPr>
          </a:p>
        </p:txBody>
      </p:sp>
      <p:sp>
        <p:nvSpPr>
          <p:cNvPr id="16" name="Text Placeholder 4">
            <a:extLst>
              <a:ext uri="{FF2B5EF4-FFF2-40B4-BE49-F238E27FC236}">
                <a16:creationId xmlns:a16="http://schemas.microsoft.com/office/drawing/2014/main" id="{031098EC-00B0-3BF6-2826-13BB3DE51832}"/>
              </a:ext>
            </a:extLst>
          </p:cNvPr>
          <p:cNvSpPr txBox="1">
            <a:spLocks/>
          </p:cNvSpPr>
          <p:nvPr/>
        </p:nvSpPr>
        <p:spPr>
          <a:xfrm>
            <a:off x="11310760" y="4833215"/>
            <a:ext cx="9636645" cy="2252072"/>
          </a:xfrm>
          <a:prstGeom prst="rect">
            <a:avLst/>
          </a:prstGeom>
        </p:spPr>
        <p:txBody>
          <a:bodyPr vert="horz" lIns="91440" tIns="45720" rIns="91440" bIns="45720" rtlCol="0">
            <a:no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s-ES" sz="2800" b="1" dirty="0">
                <a:latin typeface="Segoe UI" panose="020B0502040204020203" pitchFamily="34" charset="0"/>
                <a:cs typeface="Segoe UI" panose="020B0502040204020203" pitchFamily="34" charset="0"/>
              </a:rPr>
              <a:t>Result Evolution</a:t>
            </a:r>
            <a:br>
              <a:rPr lang="es-ES" sz="2400" dirty="0">
                <a:latin typeface="Segoe UI" panose="020B0502040204020203" pitchFamily="34" charset="0"/>
                <a:cs typeface="Segoe UI" panose="020B0502040204020203" pitchFamily="34" charset="0"/>
              </a:rPr>
            </a:br>
            <a:r>
              <a:rPr lang="es-ES" sz="2400" dirty="0">
                <a:latin typeface="Segoe UI" panose="020B0502040204020203" pitchFamily="34" charset="0"/>
                <a:cs typeface="Segoe UI" panose="020B0502040204020203" pitchFamily="34" charset="0"/>
              </a:rPr>
              <a:t>The year-over-year comparison shows a </a:t>
            </a:r>
            <a:r>
              <a:rPr lang="es-ES" sz="2400" b="1" dirty="0">
                <a:latin typeface="Segoe UI" panose="020B0502040204020203" pitchFamily="34" charset="0"/>
                <a:cs typeface="Segoe UI" panose="020B0502040204020203" pitchFamily="34" charset="0"/>
              </a:rPr>
              <a:t>sustained improvement in </a:t>
            </a:r>
            <a:r>
              <a:rPr lang="es-ES" sz="2400" b="1" dirty="0" err="1">
                <a:latin typeface="Segoe UI" panose="020B0502040204020203" pitchFamily="34" charset="0"/>
                <a:cs typeface="Segoe UI" panose="020B0502040204020203" pitchFamily="34" charset="0"/>
              </a:rPr>
              <a:t>profit</a:t>
            </a:r>
            <a:r>
              <a:rPr lang="es-ES" sz="2400" dirty="0">
                <a:latin typeface="Segoe UI" panose="020B0502040204020203" pitchFamily="34" charset="0"/>
                <a:cs typeface="Segoe UI" panose="020B0502040204020203" pitchFamily="34" charset="0"/>
              </a:rPr>
              <a:t>, with significant growth in 2025, driven by greater energy generation and efficient cost control, even with a larger farm.	</a:t>
            </a:r>
            <a:endParaRPr lang="en-US" sz="2400" dirty="0">
              <a:latin typeface="Segoe UI" panose="020B0502040204020203" pitchFamily="34" charset="0"/>
              <a:cs typeface="Segoe UI" panose="020B0502040204020203" pitchFamily="34" charset="0"/>
            </a:endParaRPr>
          </a:p>
        </p:txBody>
      </p:sp>
      <p:grpSp>
        <p:nvGrpSpPr>
          <p:cNvPr id="42" name="Grupo 41">
            <a:extLst>
              <a:ext uri="{FF2B5EF4-FFF2-40B4-BE49-F238E27FC236}">
                <a16:creationId xmlns:a16="http://schemas.microsoft.com/office/drawing/2014/main" id="{E144E204-72E9-1EF0-D6CB-9CD266D1C98C}"/>
              </a:ext>
            </a:extLst>
          </p:cNvPr>
          <p:cNvGrpSpPr/>
          <p:nvPr/>
        </p:nvGrpSpPr>
        <p:grpSpPr>
          <a:xfrm>
            <a:off x="11297375" y="2934926"/>
            <a:ext cx="9282973" cy="1889596"/>
            <a:chOff x="12092760" y="2934926"/>
            <a:chExt cx="9282973" cy="1889596"/>
          </a:xfrm>
        </p:grpSpPr>
        <p:sp>
          <p:nvSpPr>
            <p:cNvPr id="10" name="Text Placeholder 4">
              <a:extLst>
                <a:ext uri="{FF2B5EF4-FFF2-40B4-BE49-F238E27FC236}">
                  <a16:creationId xmlns:a16="http://schemas.microsoft.com/office/drawing/2014/main" id="{67CF7155-2641-4891-BE3C-3CDE9557BD91}"/>
                </a:ext>
              </a:extLst>
            </p:cNvPr>
            <p:cNvSpPr txBox="1">
              <a:spLocks/>
            </p:cNvSpPr>
            <p:nvPr/>
          </p:nvSpPr>
          <p:spPr>
            <a:xfrm>
              <a:off x="12092760" y="3717654"/>
              <a:ext cx="8988850" cy="652916"/>
            </a:xfrm>
            <a:prstGeom prst="rect">
              <a:avLst/>
            </a:prstGeom>
          </p:spPr>
          <p:txBody>
            <a:bodyPr vert="horz" lIns="91440" tIns="45720" rIns="91440" bIns="45720" rtlCol="0">
              <a:normAutofit fontScale="62500" lnSpcReduction="20000"/>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s-AR" sz="7000" b="1" dirty="0">
                  <a:solidFill>
                    <a:schemeClr val="tx1">
                      <a:lumMod val="95000"/>
                      <a:lumOff val="5000"/>
                    </a:schemeClr>
                  </a:solidFill>
                  <a:highlight>
                    <a:srgbClr val="DEE6EE"/>
                  </a:highlight>
                  <a:latin typeface="Segoe UI" panose="020B0502040204020203" pitchFamily="34" charset="0"/>
                  <a:ea typeface="Segoe UI Emoji" panose="020B0502040204020203" pitchFamily="34" charset="0"/>
                  <a:cs typeface="Segoe UI" panose="020B0502040204020203" pitchFamily="34" charset="0"/>
                </a:rPr>
                <a:t>PROFIT =</a:t>
              </a:r>
              <a:r>
                <a:rPr lang="es-AR" sz="7000" dirty="0">
                  <a:solidFill>
                    <a:schemeClr val="tx1">
                      <a:lumMod val="95000"/>
                      <a:lumOff val="5000"/>
                    </a:schemeClr>
                  </a:solidFill>
                  <a:highlight>
                    <a:srgbClr val="DEE6EE"/>
                  </a:highlight>
                  <a:latin typeface="Segoe UI" panose="020B0502040204020203" pitchFamily="34" charset="0"/>
                  <a:ea typeface="Segoe UI Emoji" panose="020B0502040204020203" pitchFamily="34" charset="0"/>
                  <a:cs typeface="Segoe UI" panose="020B0502040204020203" pitchFamily="34" charset="0"/>
                </a:rPr>
                <a:t> Revenue – Costs </a:t>
              </a:r>
              <a:endParaRPr lang="en-US" sz="4600" dirty="0">
                <a:solidFill>
                  <a:schemeClr val="tx1">
                    <a:lumMod val="95000"/>
                    <a:lumOff val="5000"/>
                  </a:schemeClr>
                </a:solidFill>
                <a:highlight>
                  <a:srgbClr val="DEE6EE"/>
                </a:highlight>
                <a:latin typeface="Segoe UI" panose="020B0502040204020203" pitchFamily="34" charset="0"/>
                <a:ea typeface="Segoe UI Emoji" panose="020B0502040204020203" pitchFamily="34" charset="0"/>
                <a:cs typeface="Segoe UI" panose="020B0502040204020203" pitchFamily="34" charset="0"/>
              </a:endParaRPr>
            </a:p>
            <a:p>
              <a:pPr>
                <a:spcBef>
                  <a:spcPts val="1200"/>
                </a:spcBef>
              </a:pPr>
              <a:endParaRPr lang="en-US" sz="2400" i="1" dirty="0">
                <a:solidFill>
                  <a:schemeClr val="tx1">
                    <a:lumMod val="95000"/>
                    <a:lumOff val="5000"/>
                  </a:schemeClr>
                </a:solidFill>
                <a:latin typeface="Segoe UI" panose="020B0502040204020203" pitchFamily="34" charset="0"/>
                <a:ea typeface="Segoe UI Emoji" panose="020B0502040204020203" pitchFamily="34" charset="0"/>
                <a:cs typeface="Segoe UI" panose="020B0502040204020203" pitchFamily="34" charset="0"/>
              </a:endParaRPr>
            </a:p>
          </p:txBody>
        </p:sp>
        <p:pic>
          <p:nvPicPr>
            <p:cNvPr id="22" name="Imagen 21" descr="Icono  contenido generado por IA puede ser incorrecto.">
              <a:extLst>
                <a:ext uri="{FF2B5EF4-FFF2-40B4-BE49-F238E27FC236}">
                  <a16:creationId xmlns:a16="http://schemas.microsoft.com/office/drawing/2014/main" id="{13C039A9-D65A-E557-3366-0AB9ADD387C0}"/>
                </a:ext>
              </a:extLst>
            </p:cNvPr>
            <p:cNvPicPr>
              <a:picLocks noChangeAspect="1"/>
            </p:cNvPicPr>
            <p:nvPr/>
          </p:nvPicPr>
          <p:blipFill>
            <a:blip r:embed="rId4"/>
            <a:stretch>
              <a:fillRect/>
            </a:stretch>
          </p:blipFill>
          <p:spPr>
            <a:xfrm>
              <a:off x="19486137" y="2934926"/>
              <a:ext cx="1889596" cy="1889596"/>
            </a:xfrm>
            <a:prstGeom prst="rect">
              <a:avLst/>
            </a:prstGeom>
          </p:spPr>
        </p:pic>
      </p:grpSp>
      <p:pic>
        <p:nvPicPr>
          <p:cNvPr id="17" name="Imagen 16">
            <a:extLst>
              <a:ext uri="{FF2B5EF4-FFF2-40B4-BE49-F238E27FC236}">
                <a16:creationId xmlns:a16="http://schemas.microsoft.com/office/drawing/2014/main" id="{790F1238-7E2A-D426-5442-14314F07892C}"/>
              </a:ext>
            </a:extLst>
          </p:cNvPr>
          <p:cNvPicPr>
            <a:picLocks noChangeAspect="1"/>
          </p:cNvPicPr>
          <p:nvPr/>
        </p:nvPicPr>
        <p:blipFill>
          <a:blip r:embed="rId5"/>
          <a:stretch>
            <a:fillRect/>
          </a:stretch>
        </p:blipFill>
        <p:spPr>
          <a:xfrm>
            <a:off x="2593127" y="1668441"/>
            <a:ext cx="7686347" cy="10076774"/>
          </a:xfrm>
          <a:prstGeom prst="rect">
            <a:avLst/>
          </a:prstGeom>
        </p:spPr>
      </p:pic>
      <p:pic>
        <p:nvPicPr>
          <p:cNvPr id="24" name="Imagen 23">
            <a:extLst>
              <a:ext uri="{FF2B5EF4-FFF2-40B4-BE49-F238E27FC236}">
                <a16:creationId xmlns:a16="http://schemas.microsoft.com/office/drawing/2014/main" id="{05E25714-44A4-CE34-0DF9-7B32A9FA5161}"/>
              </a:ext>
            </a:extLst>
          </p:cNvPr>
          <p:cNvPicPr>
            <a:picLocks noChangeAspect="1"/>
          </p:cNvPicPr>
          <p:nvPr/>
        </p:nvPicPr>
        <p:blipFill>
          <a:blip r:embed="rId6"/>
          <a:stretch>
            <a:fillRect/>
          </a:stretch>
        </p:blipFill>
        <p:spPr>
          <a:xfrm>
            <a:off x="11310760" y="7492303"/>
            <a:ext cx="9269588" cy="4088488"/>
          </a:xfrm>
          <a:prstGeom prst="rect">
            <a:avLst/>
          </a:prstGeom>
          <a:ln>
            <a:solidFill>
              <a:schemeClr val="tx2">
                <a:lumMod val="60000"/>
                <a:lumOff val="40000"/>
              </a:schemeClr>
            </a:solidFill>
          </a:ln>
        </p:spPr>
      </p:pic>
      <p:grpSp>
        <p:nvGrpSpPr>
          <p:cNvPr id="44" name="Grupo 43">
            <a:extLst>
              <a:ext uri="{FF2B5EF4-FFF2-40B4-BE49-F238E27FC236}">
                <a16:creationId xmlns:a16="http://schemas.microsoft.com/office/drawing/2014/main" id="{255C0791-5502-B044-79B7-B7257BCFF3DD}"/>
              </a:ext>
            </a:extLst>
          </p:cNvPr>
          <p:cNvGrpSpPr/>
          <p:nvPr/>
        </p:nvGrpSpPr>
        <p:grpSpPr>
          <a:xfrm>
            <a:off x="9302945" y="7772214"/>
            <a:ext cx="2308679" cy="1230813"/>
            <a:chOff x="10055054" y="7533450"/>
            <a:chExt cx="2209891" cy="1469578"/>
          </a:xfrm>
        </p:grpSpPr>
        <p:sp>
          <p:nvSpPr>
            <p:cNvPr id="30" name="Elipse 29">
              <a:extLst>
                <a:ext uri="{FF2B5EF4-FFF2-40B4-BE49-F238E27FC236}">
                  <a16:creationId xmlns:a16="http://schemas.microsoft.com/office/drawing/2014/main" id="{15B11810-9349-53AE-0B72-531F443DC1B2}"/>
                </a:ext>
              </a:extLst>
            </p:cNvPr>
            <p:cNvSpPr/>
            <p:nvPr/>
          </p:nvSpPr>
          <p:spPr>
            <a:xfrm>
              <a:off x="10055054" y="8726583"/>
              <a:ext cx="336571" cy="276445"/>
            </a:xfrm>
            <a:prstGeom prst="ellipse">
              <a:avLst/>
            </a:prstGeom>
            <a:solidFill>
              <a:schemeClr val="tx1">
                <a:lumMod val="65000"/>
                <a:lumOff val="35000"/>
              </a:schemeClr>
            </a:solidFill>
            <a:ln>
              <a:solidFill>
                <a:schemeClr val="tx1">
                  <a:lumMod val="65000"/>
                  <a:lumOff val="3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cxnSp>
          <p:nvCxnSpPr>
            <p:cNvPr id="31" name="Conector: angular 30">
              <a:extLst>
                <a:ext uri="{FF2B5EF4-FFF2-40B4-BE49-F238E27FC236}">
                  <a16:creationId xmlns:a16="http://schemas.microsoft.com/office/drawing/2014/main" id="{66FD2C78-6794-6FD0-F129-2A63EFB585BF}"/>
                </a:ext>
              </a:extLst>
            </p:cNvPr>
            <p:cNvCxnSpPr>
              <a:cxnSpLocks/>
              <a:stCxn id="30" idx="6"/>
            </p:cNvCxnSpPr>
            <p:nvPr/>
          </p:nvCxnSpPr>
          <p:spPr>
            <a:xfrm flipV="1">
              <a:off x="10391625" y="7533450"/>
              <a:ext cx="1873320" cy="1331356"/>
            </a:xfrm>
            <a:prstGeom prst="bentConnector3">
              <a:avLst>
                <a:gd name="adj1" fmla="val 50000"/>
              </a:avLst>
            </a:prstGeom>
            <a:ln w="57150">
              <a:solidFill>
                <a:schemeClr val="tx1">
                  <a:lumMod val="65000"/>
                  <a:lumOff val="35000"/>
                </a:schemeClr>
              </a:solidFill>
              <a:prstDash val="dash"/>
              <a:tailEnd type="triangle"/>
            </a:ln>
          </p:spPr>
          <p:style>
            <a:lnRef idx="1">
              <a:schemeClr val="dk1"/>
            </a:lnRef>
            <a:fillRef idx="0">
              <a:schemeClr val="dk1"/>
            </a:fillRef>
            <a:effectRef idx="0">
              <a:schemeClr val="dk1"/>
            </a:effectRef>
            <a:fontRef idx="minor">
              <a:schemeClr val="tx1"/>
            </a:fontRef>
          </p:style>
        </p:cxnSp>
      </p:grpSp>
      <p:grpSp>
        <p:nvGrpSpPr>
          <p:cNvPr id="46" name="Grupo 45">
            <a:extLst>
              <a:ext uri="{FF2B5EF4-FFF2-40B4-BE49-F238E27FC236}">
                <a16:creationId xmlns:a16="http://schemas.microsoft.com/office/drawing/2014/main" id="{A9B1D073-A55B-AA50-4EE3-E85F74CEFD33}"/>
              </a:ext>
            </a:extLst>
          </p:cNvPr>
          <p:cNvGrpSpPr/>
          <p:nvPr/>
        </p:nvGrpSpPr>
        <p:grpSpPr>
          <a:xfrm>
            <a:off x="18143620" y="8134558"/>
            <a:ext cx="5320049" cy="3028023"/>
            <a:chOff x="17284769" y="8176193"/>
            <a:chExt cx="5320049" cy="3028023"/>
          </a:xfrm>
        </p:grpSpPr>
        <p:sp>
          <p:nvSpPr>
            <p:cNvPr id="39" name="Rectángulo: esquinas redondeadas 38">
              <a:extLst>
                <a:ext uri="{FF2B5EF4-FFF2-40B4-BE49-F238E27FC236}">
                  <a16:creationId xmlns:a16="http://schemas.microsoft.com/office/drawing/2014/main" id="{DF7F51C8-A928-A574-01DA-CA445B333182}"/>
                </a:ext>
              </a:extLst>
            </p:cNvPr>
            <p:cNvSpPr/>
            <p:nvPr/>
          </p:nvSpPr>
          <p:spPr>
            <a:xfrm>
              <a:off x="17284769" y="8176193"/>
              <a:ext cx="2333058" cy="3028023"/>
            </a:xfrm>
            <a:prstGeom prst="roundRect">
              <a:avLst>
                <a:gd name="adj" fmla="val 15177"/>
              </a:avLst>
            </a:prstGeom>
            <a:solidFill>
              <a:srgbClr val="00B050">
                <a:alpha val="10000"/>
              </a:srgbClr>
            </a:solidFill>
            <a:ln w="57150">
              <a:solidFill>
                <a:srgbClr val="00B050"/>
              </a:solidFill>
              <a:prstDash val="dash"/>
              <a:tailEnd type="triangle"/>
            </a:ln>
          </p:spPr>
          <p:style>
            <a:lnRef idx="1">
              <a:schemeClr val="dk1"/>
            </a:lnRef>
            <a:fillRef idx="0">
              <a:schemeClr val="dk1"/>
            </a:fillRef>
            <a:effectRef idx="0">
              <a:schemeClr val="dk1"/>
            </a:effectRef>
            <a:fontRef idx="minor">
              <a:schemeClr val="tx1"/>
            </a:fontRef>
          </p:style>
          <p:txBody>
            <a:bodyPr rtlCol="0" anchor="ctr"/>
            <a:lstStyle/>
            <a:p>
              <a:pPr algn="r"/>
              <a:endParaRPr lang="es-AR" sz="3200" b="1" dirty="0">
                <a:latin typeface="Segoe UI" panose="020B0502040204020203" pitchFamily="34" charset="0"/>
                <a:cs typeface="Segoe UI" panose="020B0502040204020203" pitchFamily="34" charset="0"/>
              </a:endParaRPr>
            </a:p>
          </p:txBody>
        </p:sp>
        <p:sp>
          <p:nvSpPr>
            <p:cNvPr id="40" name="Text Placeholder 4">
              <a:extLst>
                <a:ext uri="{FF2B5EF4-FFF2-40B4-BE49-F238E27FC236}">
                  <a16:creationId xmlns:a16="http://schemas.microsoft.com/office/drawing/2014/main" id="{55F7DBA8-AF84-DE31-6C5F-CCB9E60B42C3}"/>
                </a:ext>
              </a:extLst>
            </p:cNvPr>
            <p:cNvSpPr txBox="1">
              <a:spLocks/>
            </p:cNvSpPr>
            <p:nvPr/>
          </p:nvSpPr>
          <p:spPr>
            <a:xfrm>
              <a:off x="19876290" y="8521178"/>
              <a:ext cx="2728528" cy="963699"/>
            </a:xfrm>
            <a:prstGeom prst="rect">
              <a:avLst/>
            </a:prstGeom>
          </p:spPr>
          <p:txBody>
            <a:bodyPr vert="horz" lIns="91440" tIns="45720" rIns="91440" bIns="45720" rtlCol="0">
              <a:noAutofit/>
            </a:bodyPr>
            <a:lstStyle>
              <a:lvl1pPr marL="0" indent="0" algn="l" defTabSz="1828709" rtl="0" eaLnBrk="1" latinLnBrk="0" hangingPunct="1">
                <a:lnSpc>
                  <a:spcPct val="100000"/>
                </a:lnSpc>
                <a:spcBef>
                  <a:spcPts val="2600"/>
                </a:spcBef>
                <a:buClr>
                  <a:schemeClr val="accent2"/>
                </a:buClr>
                <a:buFont typeface="Arial" panose="020B0604020202020204" pitchFamily="34" charset="0"/>
                <a:buNone/>
                <a:defRPr sz="3600" kern="1200">
                  <a:solidFill>
                    <a:schemeClr val="tx1"/>
                  </a:solidFill>
                  <a:latin typeface="+mn-lt"/>
                  <a:ea typeface="+mn-ea"/>
                  <a:cs typeface="+mn-cs"/>
                </a:defRPr>
              </a:lvl1pPr>
              <a:lvl2pPr marL="1208088" indent="-561600" algn="l" defTabSz="1828709" rtl="0" eaLnBrk="1" latinLnBrk="0" hangingPunct="1">
                <a:lnSpc>
                  <a:spcPct val="100000"/>
                </a:lnSpc>
                <a:spcBef>
                  <a:spcPts val="2600"/>
                </a:spcBef>
                <a:buClr>
                  <a:schemeClr val="accent2"/>
                </a:buClr>
                <a:buFont typeface="Courier New" panose="02070309020205020404" pitchFamily="49" charset="0"/>
                <a:buChar char="o"/>
                <a:tabLst/>
                <a:defRPr sz="3200" kern="1200">
                  <a:solidFill>
                    <a:schemeClr val="tx1"/>
                  </a:solidFill>
                  <a:latin typeface="+mn-lt"/>
                  <a:ea typeface="+mn-ea"/>
                  <a:cs typeface="+mn-cs"/>
                </a:defRPr>
              </a:lvl2pPr>
              <a:lvl3pPr marL="0" indent="0" algn="l" defTabSz="1828709" rtl="0" eaLnBrk="1" latinLnBrk="0" hangingPunct="1">
                <a:lnSpc>
                  <a:spcPct val="100000"/>
                </a:lnSpc>
                <a:spcBef>
                  <a:spcPts val="2000"/>
                </a:spcBef>
                <a:buClr>
                  <a:schemeClr val="accent2"/>
                </a:buClr>
                <a:buFont typeface="Arial" panose="020B0604020202020204" pitchFamily="34" charset="0"/>
                <a:buNone/>
                <a:defRPr sz="3200" kern="1200">
                  <a:solidFill>
                    <a:schemeClr val="tx1"/>
                  </a:solidFill>
                  <a:latin typeface="+mn-lt"/>
                  <a:ea typeface="+mn-ea"/>
                  <a:cs typeface="+mn-cs"/>
                </a:defRPr>
              </a:lvl3pPr>
              <a:lvl4pPr marL="0" indent="0" algn="l" defTabSz="1828709" rtl="0" eaLnBrk="1" latinLnBrk="0" hangingPunct="1">
                <a:lnSpc>
                  <a:spcPct val="100000"/>
                </a:lnSpc>
                <a:spcBef>
                  <a:spcPts val="2000"/>
                </a:spcBef>
                <a:buClr>
                  <a:schemeClr val="accent2"/>
                </a:buClr>
                <a:buFont typeface="System Font Regular"/>
                <a:buNone/>
                <a:defRPr sz="3200" kern="1200">
                  <a:solidFill>
                    <a:schemeClr val="tx1"/>
                  </a:solidFill>
                  <a:latin typeface="+mn-lt"/>
                  <a:ea typeface="+mn-ea"/>
                  <a:cs typeface="+mn-cs"/>
                </a:defRPr>
              </a:lvl4pPr>
              <a:lvl5pPr marL="2285886"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5pPr>
              <a:lvl6pPr marL="2625595"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6pPr>
              <a:lvl7pPr marL="2968478"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a:solidFill>
                    <a:schemeClr val="tx1"/>
                  </a:solidFill>
                  <a:latin typeface="+mn-lt"/>
                  <a:ea typeface="+mn-ea"/>
                  <a:cs typeface="+mn-cs"/>
                </a:defRPr>
              </a:lvl7pPr>
              <a:lvl8pPr marL="3314534"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8pPr>
              <a:lvl9pPr marL="3765362" indent="-457177" algn="l" defTabSz="1828709" rtl="0" eaLnBrk="1" latinLnBrk="0" hangingPunct="1">
                <a:lnSpc>
                  <a:spcPct val="100000"/>
                </a:lnSpc>
                <a:spcBef>
                  <a:spcPts val="2000"/>
                </a:spcBef>
                <a:buClr>
                  <a:schemeClr val="accent2"/>
                </a:buClr>
                <a:buFont typeface="Arial" panose="020B0604020202020204" pitchFamily="34" charset="0"/>
                <a:buChar char="•"/>
                <a:defRPr sz="3200" kern="1200" baseline="0">
                  <a:solidFill>
                    <a:schemeClr val="tx1"/>
                  </a:solidFill>
                  <a:latin typeface="+mn-lt"/>
                  <a:ea typeface="+mn-ea"/>
                  <a:cs typeface="+mn-cs"/>
                </a:defRPr>
              </a:lvl9pPr>
            </a:lstStyle>
            <a:p>
              <a:pPr>
                <a:spcBef>
                  <a:spcPts val="1200"/>
                </a:spcBef>
              </a:pPr>
              <a:r>
                <a:rPr lang="es-ES" sz="6000" b="1" dirty="0">
                  <a:solidFill>
                    <a:srgbClr val="00B050"/>
                  </a:solidFill>
                  <a:latin typeface="Segoe UI" panose="020B0502040204020203" pitchFamily="34" charset="0"/>
                  <a:cs typeface="Segoe UI" panose="020B0502040204020203" pitchFamily="34" charset="0"/>
                </a:rPr>
                <a:t>+87% </a:t>
              </a:r>
              <a:endParaRPr lang="en-US" sz="5400" b="1" dirty="0">
                <a:solidFill>
                  <a:srgbClr val="00B050"/>
                </a:solidFill>
                <a:latin typeface="Segoe UI" panose="020B0502040204020203" pitchFamily="34" charset="0"/>
                <a:cs typeface="Segoe UI" panose="020B0502040204020203" pitchFamily="34" charset="0"/>
              </a:endParaRPr>
            </a:p>
          </p:txBody>
        </p:sp>
        <p:pic>
          <p:nvPicPr>
            <p:cNvPr id="45" name="Imagen 44" descr="Imagen que contiene Icono  contenido generado por IA puede ser incorrecto.">
              <a:extLst>
                <a:ext uri="{FF2B5EF4-FFF2-40B4-BE49-F238E27FC236}">
                  <a16:creationId xmlns:a16="http://schemas.microsoft.com/office/drawing/2014/main" id="{EAE3B7F4-F271-ADD0-64D1-818D99BFD944}"/>
                </a:ext>
              </a:extLst>
            </p:cNvPr>
            <p:cNvPicPr>
              <a:picLocks noChangeAspect="1"/>
            </p:cNvPicPr>
            <p:nvPr/>
          </p:nvPicPr>
          <p:blipFill>
            <a:blip r:embed="rId7"/>
            <a:stretch>
              <a:fillRect/>
            </a:stretch>
          </p:blipFill>
          <p:spPr>
            <a:xfrm>
              <a:off x="20315260" y="9689496"/>
              <a:ext cx="1305384" cy="1305384"/>
            </a:xfrm>
            <a:prstGeom prst="rect">
              <a:avLst/>
            </a:prstGeom>
          </p:spPr>
        </p:pic>
      </p:grpSp>
    </p:spTree>
    <p:extLst>
      <p:ext uri="{BB962C8B-B14F-4D97-AF65-F5344CB8AC3E}">
        <p14:creationId xmlns:p14="http://schemas.microsoft.com/office/powerpoint/2010/main" val="2094549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fade">
                                      <p:cBhvr>
                                        <p:cTn id="22" dur="500"/>
                                        <p:tgtEl>
                                          <p:spTgt spid="4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fade">
                                      <p:cBhvr>
                                        <p:cTn id="2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BAE42-1EE3-7378-5B25-B1C7D60993C1}"/>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18A9243D-3504-24F2-D892-660E04ACC004}"/>
              </a:ext>
            </a:extLst>
          </p:cNvPr>
          <p:cNvSpPr/>
          <p:nvPr/>
        </p:nvSpPr>
        <p:spPr>
          <a:xfrm>
            <a:off x="-1" y="0"/>
            <a:ext cx="24382413" cy="276445"/>
          </a:xfrm>
          <a:prstGeom prst="rect">
            <a:avLst/>
          </a:prstGeom>
          <a:solidFill>
            <a:srgbClr val="83E2F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sp>
        <p:nvSpPr>
          <p:cNvPr id="4" name="Rectangle 6">
            <a:extLst>
              <a:ext uri="{FF2B5EF4-FFF2-40B4-BE49-F238E27FC236}">
                <a16:creationId xmlns:a16="http://schemas.microsoft.com/office/drawing/2014/main" id="{162BFC19-35A4-D356-5917-72531DA57ED2}"/>
              </a:ext>
            </a:extLst>
          </p:cNvPr>
          <p:cNvSpPr/>
          <p:nvPr/>
        </p:nvSpPr>
        <p:spPr>
          <a:xfrm>
            <a:off x="0" y="12310231"/>
            <a:ext cx="24382413" cy="1405770"/>
          </a:xfrm>
          <a:prstGeom prst="rect">
            <a:avLst/>
          </a:prstGeom>
          <a:solidFill>
            <a:srgbClr val="74ADF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pic>
        <p:nvPicPr>
          <p:cNvPr id="5" name="Imagen 4" descr="Icono  El contenido generado por IA puede ser incorrecto.">
            <a:extLst>
              <a:ext uri="{FF2B5EF4-FFF2-40B4-BE49-F238E27FC236}">
                <a16:creationId xmlns:a16="http://schemas.microsoft.com/office/drawing/2014/main" id="{ECEDDDEC-F1FA-CDBE-1B8F-E5681B5CE221}"/>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3149564" y="12427151"/>
            <a:ext cx="979800" cy="979800"/>
          </a:xfrm>
          <a:prstGeom prst="rect">
            <a:avLst/>
          </a:prstGeom>
        </p:spPr>
      </p:pic>
      <p:sp>
        <p:nvSpPr>
          <p:cNvPr id="8" name="Rectángulo: esquinas diagonales redondeadas 7">
            <a:extLst>
              <a:ext uri="{FF2B5EF4-FFF2-40B4-BE49-F238E27FC236}">
                <a16:creationId xmlns:a16="http://schemas.microsoft.com/office/drawing/2014/main" id="{89ED7DBD-2971-0A97-D21C-469D9402BBD8}"/>
              </a:ext>
            </a:extLst>
          </p:cNvPr>
          <p:cNvSpPr>
            <a:spLocks/>
          </p:cNvSpPr>
          <p:nvPr/>
        </p:nvSpPr>
        <p:spPr>
          <a:xfrm>
            <a:off x="1258409" y="1025176"/>
            <a:ext cx="21865591" cy="10812769"/>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CuadroTexto 1">
            <a:extLst>
              <a:ext uri="{FF2B5EF4-FFF2-40B4-BE49-F238E27FC236}">
                <a16:creationId xmlns:a16="http://schemas.microsoft.com/office/drawing/2014/main" id="{FC55E663-77E4-3347-E419-DF4A31F846F3}"/>
              </a:ext>
            </a:extLst>
          </p:cNvPr>
          <p:cNvSpPr txBox="1"/>
          <p:nvPr/>
        </p:nvSpPr>
        <p:spPr>
          <a:xfrm>
            <a:off x="-1" y="1541162"/>
            <a:ext cx="24382413" cy="1107996"/>
          </a:xfrm>
          <a:prstGeom prst="rect">
            <a:avLst/>
          </a:prstGeom>
          <a:noFill/>
        </p:spPr>
        <p:txBody>
          <a:bodyPr wrap="square" rtlCol="0">
            <a:spAutoFit/>
          </a:bodyPr>
          <a:lstStyle/>
          <a:p>
            <a:pPr algn="ctr"/>
            <a:r>
              <a:rPr lang="es-AR" sz="6600" b="1" spc="600" dirty="0">
                <a:solidFill>
                  <a:srgbClr val="454545"/>
                </a:solidFill>
                <a:latin typeface="Segoe UI Variable Display Light" pitchFamily="2" charset="0"/>
              </a:rPr>
              <a:t>Conclusions</a:t>
            </a:r>
            <a:endParaRPr lang="en-US" sz="6600" b="1" spc="600" dirty="0">
              <a:solidFill>
                <a:srgbClr val="454545"/>
              </a:solidFill>
              <a:latin typeface="Segoe UI Variable Display Light" pitchFamily="2" charset="0"/>
            </a:endParaRPr>
          </a:p>
        </p:txBody>
      </p:sp>
      <p:sp>
        <p:nvSpPr>
          <p:cNvPr id="9" name="Flecha: cheurón 8">
            <a:extLst>
              <a:ext uri="{FF2B5EF4-FFF2-40B4-BE49-F238E27FC236}">
                <a16:creationId xmlns:a16="http://schemas.microsoft.com/office/drawing/2014/main" id="{0CDBF953-AB9F-A84E-3068-4D681DC9A897}"/>
              </a:ext>
            </a:extLst>
          </p:cNvPr>
          <p:cNvSpPr/>
          <p:nvPr/>
        </p:nvSpPr>
        <p:spPr>
          <a:xfrm>
            <a:off x="8134445" y="1692367"/>
            <a:ext cx="876300" cy="799587"/>
          </a:xfrm>
          <a:prstGeom prst="chevron">
            <a:avLst/>
          </a:prstGeom>
          <a:gradFill>
            <a:gsLst>
              <a:gs pos="0">
                <a:srgbClr val="74ADFA"/>
              </a:gs>
              <a:gs pos="100000">
                <a:srgbClr val="4FD1FF"/>
              </a:gs>
            </a:gsLst>
            <a:lin ang="5400000" scaled="1"/>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Flecha: cheurón 9">
            <a:extLst>
              <a:ext uri="{FF2B5EF4-FFF2-40B4-BE49-F238E27FC236}">
                <a16:creationId xmlns:a16="http://schemas.microsoft.com/office/drawing/2014/main" id="{D24094ED-7DAC-A22E-39AE-5064B1E6E70E}"/>
              </a:ext>
            </a:extLst>
          </p:cNvPr>
          <p:cNvSpPr/>
          <p:nvPr/>
        </p:nvSpPr>
        <p:spPr>
          <a:xfrm rot="10800000">
            <a:off x="15371669" y="1692367"/>
            <a:ext cx="876300" cy="799587"/>
          </a:xfrm>
          <a:prstGeom prst="chevron">
            <a:avLst/>
          </a:prstGeom>
          <a:gradFill>
            <a:gsLst>
              <a:gs pos="0">
                <a:srgbClr val="74ADFA"/>
              </a:gs>
              <a:gs pos="100000">
                <a:srgbClr val="4FD1FF"/>
              </a:gs>
            </a:gsLst>
            <a:lin ang="5400000" scaled="1"/>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Title 3">
            <a:extLst>
              <a:ext uri="{FF2B5EF4-FFF2-40B4-BE49-F238E27FC236}">
                <a16:creationId xmlns:a16="http://schemas.microsoft.com/office/drawing/2014/main" id="{30D90AAF-46B4-7391-B8B2-95DB80E542DE}"/>
              </a:ext>
            </a:extLst>
          </p:cNvPr>
          <p:cNvSpPr txBox="1">
            <a:spLocks/>
          </p:cNvSpPr>
          <p:nvPr/>
        </p:nvSpPr>
        <p:spPr>
          <a:xfrm>
            <a:off x="459552" y="12503351"/>
            <a:ext cx="19047648" cy="1292659"/>
          </a:xfrm>
          <a:prstGeom prst="rect">
            <a:avLst/>
          </a:prstGeom>
        </p:spPr>
        <p:txBody>
          <a:bodyPr/>
          <a:lstStyle>
            <a:lvl1pPr algn="l" defTabSz="1828709" rtl="0" eaLnBrk="1" latinLnBrk="0" hangingPunct="1">
              <a:lnSpc>
                <a:spcPct val="97000"/>
              </a:lnSpc>
              <a:spcBef>
                <a:spcPct val="0"/>
              </a:spcBef>
              <a:buNone/>
              <a:defRPr sz="4800" b="0" i="0" kern="1200" cap="all" spc="-50" baseline="0">
                <a:solidFill>
                  <a:schemeClr val="tx1"/>
                </a:solidFill>
                <a:latin typeface="+mj-lt"/>
                <a:ea typeface="+mj-ea"/>
                <a:cs typeface="Toyota Type" panose="020B0502020202020204" pitchFamily="34" charset="0"/>
              </a:defRPr>
            </a:lvl1pPr>
          </a:lstStyle>
          <a:p>
            <a:r>
              <a:rPr lang="en-GB" spc="600" dirty="0">
                <a:solidFill>
                  <a:srgbClr val="FFFFFF"/>
                </a:solidFill>
                <a:latin typeface="Segoe UI Variable Small Semibol" pitchFamily="2" charset="0"/>
                <a:ea typeface="Segoe UI Emoji" panose="020B0502040204020203" pitchFamily="34" charset="0"/>
                <a:cs typeface="Toyota Type Semibold" panose="020B0702020202020204" pitchFamily="34" charset="0"/>
              </a:rPr>
              <a:t>|| 7. CONCLUSIONS &amp; RECOMMENDATIONS</a:t>
            </a:r>
          </a:p>
        </p:txBody>
      </p:sp>
      <p:grpSp>
        <p:nvGrpSpPr>
          <p:cNvPr id="22" name="Grupo 21">
            <a:extLst>
              <a:ext uri="{FF2B5EF4-FFF2-40B4-BE49-F238E27FC236}">
                <a16:creationId xmlns:a16="http://schemas.microsoft.com/office/drawing/2014/main" id="{6E177050-3053-EAD2-E5A4-17077EAEBF21}"/>
              </a:ext>
            </a:extLst>
          </p:cNvPr>
          <p:cNvGrpSpPr/>
          <p:nvPr/>
        </p:nvGrpSpPr>
        <p:grpSpPr>
          <a:xfrm>
            <a:off x="2699872" y="3033328"/>
            <a:ext cx="19219204" cy="3376886"/>
            <a:chOff x="2657342" y="3033328"/>
            <a:chExt cx="19219204" cy="3376886"/>
          </a:xfrm>
        </p:grpSpPr>
        <p:grpSp>
          <p:nvGrpSpPr>
            <p:cNvPr id="18" name="Grupo 17">
              <a:extLst>
                <a:ext uri="{FF2B5EF4-FFF2-40B4-BE49-F238E27FC236}">
                  <a16:creationId xmlns:a16="http://schemas.microsoft.com/office/drawing/2014/main" id="{C2FC4FEB-2CEF-B2D9-FBCF-D1A3BBD98AA0}"/>
                </a:ext>
              </a:extLst>
            </p:cNvPr>
            <p:cNvGrpSpPr/>
            <p:nvPr/>
          </p:nvGrpSpPr>
          <p:grpSpPr>
            <a:xfrm>
              <a:off x="3083445" y="3033328"/>
              <a:ext cx="18793101" cy="3376886"/>
              <a:chOff x="4370916" y="3160918"/>
              <a:chExt cx="16674615" cy="3376886"/>
            </a:xfrm>
          </p:grpSpPr>
          <p:sp>
            <p:nvSpPr>
              <p:cNvPr id="3" name="CuadroTexto 2">
                <a:extLst>
                  <a:ext uri="{FF2B5EF4-FFF2-40B4-BE49-F238E27FC236}">
                    <a16:creationId xmlns:a16="http://schemas.microsoft.com/office/drawing/2014/main" id="{C3996A85-4BDC-956D-46B5-0CDB27FF3A00}"/>
                  </a:ext>
                </a:extLst>
              </p:cNvPr>
              <p:cNvSpPr txBox="1"/>
              <p:nvPr/>
            </p:nvSpPr>
            <p:spPr>
              <a:xfrm>
                <a:off x="4370916" y="3160918"/>
                <a:ext cx="14572357" cy="3376886"/>
              </a:xfrm>
              <a:prstGeom prst="rect">
                <a:avLst/>
              </a:prstGeom>
              <a:noFill/>
            </p:spPr>
            <p:txBody>
              <a:bodyPr wrap="square" rtlCol="0">
                <a:spAutoFit/>
              </a:bodyPr>
              <a:lstStyle/>
              <a:p>
                <a:pPr marL="457200" lvl="0" indent="-457200">
                  <a:lnSpc>
                    <a:spcPct val="150000"/>
                  </a:lnSpc>
                  <a:buAutoNum type="arabicParenR"/>
                </a:pPr>
                <a:r>
                  <a:rPr lang="en-US" sz="2700" dirty="0">
                    <a:latin typeface="Segoe UI" panose="020B0502040204020203" pitchFamily="34" charset="0"/>
                    <a:cs typeface="Segoe UI" panose="020B0502040204020203" pitchFamily="34" charset="0"/>
                  </a:rPr>
                  <a:t>The wind farm shows </a:t>
                </a:r>
                <a:r>
                  <a:rPr lang="en-US" sz="2700" b="1" dirty="0">
                    <a:latin typeface="Segoe UI" panose="020B0502040204020203" pitchFamily="34" charset="0"/>
                    <a:cs typeface="Segoe UI" panose="020B0502040204020203" pitchFamily="34" charset="0"/>
                  </a:rPr>
                  <a:t>strong profitability potential</a:t>
                </a:r>
                <a:r>
                  <a:rPr lang="en-US" sz="2700" dirty="0">
                    <a:latin typeface="Segoe UI" panose="020B0502040204020203" pitchFamily="34" charset="0"/>
                    <a:cs typeface="Segoe UI" panose="020B0502040204020203" pitchFamily="34" charset="0"/>
                  </a:rPr>
                  <a:t>, supported by a favorable cost structure and </a:t>
                </a:r>
                <a:r>
                  <a:rPr lang="en-US" sz="2700" b="1" dirty="0">
                    <a:latin typeface="Segoe UI" panose="020B0502040204020203" pitchFamily="34" charset="0"/>
                    <a:cs typeface="Segoe UI" panose="020B0502040204020203" pitchFamily="34" charset="0"/>
                  </a:rPr>
                  <a:t>opportunities for operational improvement </a:t>
                </a:r>
                <a:r>
                  <a:rPr lang="en-US" sz="2700" dirty="0">
                    <a:latin typeface="Segoe UI" panose="020B0502040204020203" pitchFamily="34" charset="0"/>
                    <a:cs typeface="Segoe UI" panose="020B0502040204020203" pitchFamily="34" charset="0"/>
                  </a:rPr>
                  <a:t>that could further enhance long-term performance.</a:t>
                </a:r>
              </a:p>
              <a:p>
                <a:pPr marL="457200" lvl="0" indent="-457200">
                  <a:lnSpc>
                    <a:spcPct val="150000"/>
                  </a:lnSpc>
                  <a:buAutoNum type="arabicParenR"/>
                </a:pPr>
                <a:endParaRPr lang="es-ES" sz="1050" b="1" i="1" dirty="0">
                  <a:latin typeface="Segoe UI" panose="020B0502040204020203" pitchFamily="34" charset="0"/>
                  <a:cs typeface="Segoe UI" panose="020B0502040204020203" pitchFamily="34" charset="0"/>
                </a:endParaRPr>
              </a:p>
              <a:p>
                <a:pPr lvl="0" algn="ctr">
                  <a:lnSpc>
                    <a:spcPct val="150000"/>
                  </a:lnSpc>
                </a:pPr>
                <a:r>
                  <a:rPr lang="en-US" sz="2700" b="1" i="1" dirty="0">
                    <a:solidFill>
                      <a:srgbClr val="155A93"/>
                    </a:solidFill>
                    <a:latin typeface="Segoe UI" panose="020B0502040204020203" pitchFamily="34" charset="0"/>
                    <a:cs typeface="Segoe UI" panose="020B0502040204020203" pitchFamily="34" charset="0"/>
                  </a:rPr>
                  <a:t>Although the farm remains profitable despite certain operational inefficiencies, current performance is not fully optimized. The analysis identified avoidable efficiency losses and cost overruns which, if left unaddressed, could negatively impact future profitability and operational sustainability.</a:t>
                </a:r>
                <a:endParaRPr lang="en-US" sz="2700" dirty="0"/>
              </a:p>
            </p:txBody>
          </p:sp>
          <p:pic>
            <p:nvPicPr>
              <p:cNvPr id="17" name="Imagen 16" descr="Icono  El contenido generado por IA puede ser incorrecto.">
                <a:extLst>
                  <a:ext uri="{FF2B5EF4-FFF2-40B4-BE49-F238E27FC236}">
                    <a16:creationId xmlns:a16="http://schemas.microsoft.com/office/drawing/2014/main" id="{A47674E7-9073-EC70-A5E3-E456305195B1}"/>
                  </a:ext>
                </a:extLst>
              </p:cNvPr>
              <p:cNvPicPr>
                <a:picLocks noChangeAspect="1"/>
              </p:cNvPicPr>
              <p:nvPr/>
            </p:nvPicPr>
            <p:blipFill>
              <a:blip r:embed="rId4"/>
              <a:stretch>
                <a:fillRect/>
              </a:stretch>
            </p:blipFill>
            <p:spPr>
              <a:xfrm>
                <a:off x="19374107" y="4750332"/>
                <a:ext cx="1671424" cy="1671423"/>
              </a:xfrm>
              <a:prstGeom prst="rect">
                <a:avLst/>
              </a:prstGeom>
            </p:spPr>
          </p:pic>
        </p:grpSp>
        <p:sp>
          <p:nvSpPr>
            <p:cNvPr id="21" name="Elipse 20">
              <a:extLst>
                <a:ext uri="{FF2B5EF4-FFF2-40B4-BE49-F238E27FC236}">
                  <a16:creationId xmlns:a16="http://schemas.microsoft.com/office/drawing/2014/main" id="{206E22E7-53B0-F4E3-B541-0710A619DC4D}"/>
                </a:ext>
              </a:extLst>
            </p:cNvPr>
            <p:cNvSpPr/>
            <p:nvPr/>
          </p:nvSpPr>
          <p:spPr>
            <a:xfrm>
              <a:off x="2657342" y="3055447"/>
              <a:ext cx="788824" cy="733149"/>
            </a:xfrm>
            <a:prstGeom prst="ellipse">
              <a:avLst/>
            </a:prstGeom>
            <a:solidFill>
              <a:srgbClr val="00B0F0"/>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sz="3600" b="1" dirty="0">
                  <a:latin typeface="Segoe UI Semibold" panose="020B0702040204020203" pitchFamily="34" charset="0"/>
                  <a:cs typeface="Segoe UI Semibold" panose="020B0702040204020203" pitchFamily="34" charset="0"/>
                </a:rPr>
                <a:t>1</a:t>
              </a:r>
              <a:endParaRPr lang="en-US" sz="3600" b="1" dirty="0">
                <a:latin typeface="Segoe UI Semibold" panose="020B0702040204020203" pitchFamily="34" charset="0"/>
                <a:cs typeface="Segoe UI Semibold" panose="020B0702040204020203" pitchFamily="34" charset="0"/>
              </a:endParaRPr>
            </a:p>
          </p:txBody>
        </p:sp>
      </p:grpSp>
      <p:grpSp>
        <p:nvGrpSpPr>
          <p:cNvPr id="24" name="Grupo 23">
            <a:extLst>
              <a:ext uri="{FF2B5EF4-FFF2-40B4-BE49-F238E27FC236}">
                <a16:creationId xmlns:a16="http://schemas.microsoft.com/office/drawing/2014/main" id="{C076AC9C-9719-6C01-23F9-D051DB8730D2}"/>
              </a:ext>
            </a:extLst>
          </p:cNvPr>
          <p:cNvGrpSpPr/>
          <p:nvPr/>
        </p:nvGrpSpPr>
        <p:grpSpPr>
          <a:xfrm>
            <a:off x="2788477" y="6867866"/>
            <a:ext cx="19221737" cy="3988592"/>
            <a:chOff x="2788477" y="6931661"/>
            <a:chExt cx="19221737" cy="3988592"/>
          </a:xfrm>
        </p:grpSpPr>
        <p:grpSp>
          <p:nvGrpSpPr>
            <p:cNvPr id="19" name="Grupo 18">
              <a:extLst>
                <a:ext uri="{FF2B5EF4-FFF2-40B4-BE49-F238E27FC236}">
                  <a16:creationId xmlns:a16="http://schemas.microsoft.com/office/drawing/2014/main" id="{333A7026-F8B6-7273-29D2-FA98DACB24A3}"/>
                </a:ext>
              </a:extLst>
            </p:cNvPr>
            <p:cNvGrpSpPr/>
            <p:nvPr/>
          </p:nvGrpSpPr>
          <p:grpSpPr>
            <a:xfrm>
              <a:off x="3193296" y="6931661"/>
              <a:ext cx="18816918" cy="3988592"/>
              <a:chOff x="4471009" y="7059251"/>
              <a:chExt cx="16695744" cy="3988592"/>
            </a:xfrm>
          </p:grpSpPr>
          <p:sp>
            <p:nvSpPr>
              <p:cNvPr id="13" name="CuadroTexto 12">
                <a:extLst>
                  <a:ext uri="{FF2B5EF4-FFF2-40B4-BE49-F238E27FC236}">
                    <a16:creationId xmlns:a16="http://schemas.microsoft.com/office/drawing/2014/main" id="{664D1E51-DB9F-96B8-556F-F28CF5B77E1D}"/>
                  </a:ext>
                </a:extLst>
              </p:cNvPr>
              <p:cNvSpPr txBox="1"/>
              <p:nvPr/>
            </p:nvSpPr>
            <p:spPr>
              <a:xfrm>
                <a:off x="4471009" y="7059251"/>
                <a:ext cx="14960103" cy="3988592"/>
              </a:xfrm>
              <a:prstGeom prst="rect">
                <a:avLst/>
              </a:prstGeom>
              <a:noFill/>
            </p:spPr>
            <p:txBody>
              <a:bodyPr wrap="square" rtlCol="0">
                <a:spAutoFit/>
              </a:bodyPr>
              <a:lstStyle/>
              <a:p>
                <a:pPr lvl="0" algn="ctr">
                  <a:lnSpc>
                    <a:spcPct val="150000"/>
                  </a:lnSpc>
                </a:pPr>
                <a:endParaRPr lang="es-ES" sz="2700" b="1" i="1" dirty="0">
                  <a:solidFill>
                    <a:srgbClr val="155A93"/>
                  </a:solidFill>
                  <a:latin typeface="Segoe UI" panose="020B0502040204020203" pitchFamily="34" charset="0"/>
                  <a:cs typeface="Segoe UI" panose="020B0502040204020203" pitchFamily="34" charset="0"/>
                </a:endParaRPr>
              </a:p>
              <a:p>
                <a:pPr lvl="0">
                  <a:lnSpc>
                    <a:spcPct val="150000"/>
                  </a:lnSpc>
                </a:pPr>
                <a:r>
                  <a:rPr lang="en-US" sz="2700" dirty="0">
                    <a:latin typeface="Segoe UI" panose="020B0502040204020203" pitchFamily="34" charset="0"/>
                    <a:cs typeface="Segoe UI" panose="020B0502040204020203" pitchFamily="34" charset="0"/>
                  </a:rPr>
                  <a:t>2) The analysis shows the need for a different asset management approach for turbines with recurring low performance, including specific technical actions and a review of the current maintenance strategy.</a:t>
                </a:r>
              </a:p>
              <a:p>
                <a:pPr lvl="0">
                  <a:lnSpc>
                    <a:spcPct val="150000"/>
                  </a:lnSpc>
                </a:pPr>
                <a:endParaRPr lang="es-ES" sz="1000" dirty="0">
                  <a:latin typeface="Segoe UI" panose="020B0502040204020203" pitchFamily="34" charset="0"/>
                  <a:cs typeface="Segoe UI" panose="020B0502040204020203" pitchFamily="34" charset="0"/>
                </a:endParaRPr>
              </a:p>
              <a:p>
                <a:pPr lvl="0" algn="ctr">
                  <a:lnSpc>
                    <a:spcPct val="150000"/>
                  </a:lnSpc>
                </a:pPr>
                <a:r>
                  <a:rPr lang="en-US" sz="2700" b="1" i="1" dirty="0">
                    <a:solidFill>
                      <a:srgbClr val="155A93"/>
                    </a:solidFill>
                    <a:latin typeface="Segoe UI" panose="020B0502040204020203" pitchFamily="34" charset="0"/>
                    <a:cs typeface="Segoe UI" panose="020B0502040204020203" pitchFamily="34" charset="0"/>
                  </a:rPr>
                  <a:t>This performance gap reveals a clear opportunity to improve operational efficiency through technological standardization, stronger preventive maintenance practices, and prioritized intervention on critical assets, enhancing overall performance without requiring additional infrastructure expansion.</a:t>
                </a:r>
                <a:endParaRPr lang="en-US" sz="2700" dirty="0"/>
              </a:p>
            </p:txBody>
          </p:sp>
          <p:pic>
            <p:nvPicPr>
              <p:cNvPr id="16" name="Imagen 15" descr="Imagen que contiene luz, reloj  El contenido generado por IA puede ser incorrecto.">
                <a:extLst>
                  <a:ext uri="{FF2B5EF4-FFF2-40B4-BE49-F238E27FC236}">
                    <a16:creationId xmlns:a16="http://schemas.microsoft.com/office/drawing/2014/main" id="{2E2D6266-759C-C0E5-EEEA-429811A3DD01}"/>
                  </a:ext>
                </a:extLst>
              </p:cNvPr>
              <p:cNvPicPr>
                <a:picLocks noChangeAspect="1"/>
              </p:cNvPicPr>
              <p:nvPr/>
            </p:nvPicPr>
            <p:blipFill>
              <a:blip r:embed="rId5"/>
              <a:stretch>
                <a:fillRect/>
              </a:stretch>
            </p:blipFill>
            <p:spPr>
              <a:xfrm flipH="1">
                <a:off x="19495331" y="9195492"/>
                <a:ext cx="1671422" cy="1671422"/>
              </a:xfrm>
              <a:prstGeom prst="rect">
                <a:avLst/>
              </a:prstGeom>
            </p:spPr>
          </p:pic>
        </p:grpSp>
        <p:sp>
          <p:nvSpPr>
            <p:cNvPr id="23" name="Elipse 22">
              <a:extLst>
                <a:ext uri="{FF2B5EF4-FFF2-40B4-BE49-F238E27FC236}">
                  <a16:creationId xmlns:a16="http://schemas.microsoft.com/office/drawing/2014/main" id="{2A8E36E2-8EBC-FC57-D0AD-62B7E2056EF5}"/>
                </a:ext>
              </a:extLst>
            </p:cNvPr>
            <p:cNvSpPr/>
            <p:nvPr/>
          </p:nvSpPr>
          <p:spPr>
            <a:xfrm>
              <a:off x="2788477" y="7517290"/>
              <a:ext cx="788824" cy="733149"/>
            </a:xfrm>
            <a:prstGeom prst="ellipse">
              <a:avLst/>
            </a:prstGeom>
            <a:solidFill>
              <a:srgbClr val="00B0F0"/>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sz="3600" b="1" dirty="0">
                  <a:latin typeface="Segoe UI Semibold" panose="020B0702040204020203" pitchFamily="34" charset="0"/>
                  <a:cs typeface="Segoe UI Semibold" panose="020B0702040204020203" pitchFamily="34" charset="0"/>
                </a:rPr>
                <a:t>2</a:t>
              </a:r>
              <a:endParaRPr lang="en-US" sz="3600" b="1" dirty="0">
                <a:latin typeface="Segoe UI Semibold" panose="020B0702040204020203" pitchFamily="34" charset="0"/>
                <a:cs typeface="Segoe UI Semibold" panose="020B0702040204020203" pitchFamily="34" charset="0"/>
              </a:endParaRPr>
            </a:p>
          </p:txBody>
        </p:sp>
      </p:grpSp>
    </p:spTree>
    <p:extLst>
      <p:ext uri="{BB962C8B-B14F-4D97-AF65-F5344CB8AC3E}">
        <p14:creationId xmlns:p14="http://schemas.microsoft.com/office/powerpoint/2010/main" val="1574005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828B2-A952-EB66-F573-5D06DA544343}"/>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96BAB210-9BC2-2DF7-4B9A-8534573CE25B}"/>
              </a:ext>
            </a:extLst>
          </p:cNvPr>
          <p:cNvSpPr/>
          <p:nvPr/>
        </p:nvSpPr>
        <p:spPr>
          <a:xfrm>
            <a:off x="-1" y="0"/>
            <a:ext cx="24382413" cy="276445"/>
          </a:xfrm>
          <a:prstGeom prst="rect">
            <a:avLst/>
          </a:prstGeom>
          <a:solidFill>
            <a:srgbClr val="83E2F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sp>
        <p:nvSpPr>
          <p:cNvPr id="4" name="Rectangle 6">
            <a:extLst>
              <a:ext uri="{FF2B5EF4-FFF2-40B4-BE49-F238E27FC236}">
                <a16:creationId xmlns:a16="http://schemas.microsoft.com/office/drawing/2014/main" id="{ED5FDDEA-229C-E113-23D2-349D42C5BC15}"/>
              </a:ext>
            </a:extLst>
          </p:cNvPr>
          <p:cNvSpPr/>
          <p:nvPr/>
        </p:nvSpPr>
        <p:spPr>
          <a:xfrm>
            <a:off x="0" y="12310231"/>
            <a:ext cx="24382413" cy="1405770"/>
          </a:xfrm>
          <a:prstGeom prst="rect">
            <a:avLst/>
          </a:prstGeom>
          <a:solidFill>
            <a:srgbClr val="74ADF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pic>
        <p:nvPicPr>
          <p:cNvPr id="5" name="Imagen 4" descr="Icono  El contenido generado por IA puede ser incorrecto.">
            <a:extLst>
              <a:ext uri="{FF2B5EF4-FFF2-40B4-BE49-F238E27FC236}">
                <a16:creationId xmlns:a16="http://schemas.microsoft.com/office/drawing/2014/main" id="{3C8952CA-2756-BB2C-53AF-4ACA77124994}"/>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3149564" y="12427151"/>
            <a:ext cx="979800" cy="979800"/>
          </a:xfrm>
          <a:prstGeom prst="rect">
            <a:avLst/>
          </a:prstGeom>
        </p:spPr>
      </p:pic>
      <p:sp>
        <p:nvSpPr>
          <p:cNvPr id="8" name="Rectángulo: esquinas diagonales redondeadas 7">
            <a:extLst>
              <a:ext uri="{FF2B5EF4-FFF2-40B4-BE49-F238E27FC236}">
                <a16:creationId xmlns:a16="http://schemas.microsoft.com/office/drawing/2014/main" id="{2ED94EB3-EF46-2690-428B-CE5C054F2B1C}"/>
              </a:ext>
            </a:extLst>
          </p:cNvPr>
          <p:cNvSpPr>
            <a:spLocks/>
          </p:cNvSpPr>
          <p:nvPr/>
        </p:nvSpPr>
        <p:spPr>
          <a:xfrm>
            <a:off x="1258410" y="1336257"/>
            <a:ext cx="21865591" cy="10029403"/>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uadroTexto 1">
            <a:extLst>
              <a:ext uri="{FF2B5EF4-FFF2-40B4-BE49-F238E27FC236}">
                <a16:creationId xmlns:a16="http://schemas.microsoft.com/office/drawing/2014/main" id="{BCCF7A1B-8919-5808-8C57-2725226952E9}"/>
              </a:ext>
            </a:extLst>
          </p:cNvPr>
          <p:cNvSpPr txBox="1"/>
          <p:nvPr/>
        </p:nvSpPr>
        <p:spPr>
          <a:xfrm>
            <a:off x="1288810" y="2049728"/>
            <a:ext cx="21865591" cy="830997"/>
          </a:xfrm>
          <a:prstGeom prst="rect">
            <a:avLst/>
          </a:prstGeom>
          <a:noFill/>
        </p:spPr>
        <p:txBody>
          <a:bodyPr wrap="square" rtlCol="0">
            <a:spAutoFit/>
          </a:bodyPr>
          <a:lstStyle/>
          <a:p>
            <a:pPr algn="ctr"/>
            <a:r>
              <a:rPr lang="es-AR" sz="4800" b="1" spc="600" dirty="0">
                <a:solidFill>
                  <a:srgbClr val="454545"/>
                </a:solidFill>
                <a:latin typeface="Segoe UI Variable Display Light" pitchFamily="2" charset="0"/>
              </a:rPr>
              <a:t>What action lines emerge from these results?</a:t>
            </a:r>
            <a:endParaRPr lang="en-US" sz="4800" b="1" spc="600" dirty="0">
              <a:solidFill>
                <a:srgbClr val="454545"/>
              </a:solidFill>
              <a:latin typeface="Segoe UI Variable Display Light" pitchFamily="2" charset="0"/>
            </a:endParaRPr>
          </a:p>
        </p:txBody>
      </p:sp>
      <p:sp>
        <p:nvSpPr>
          <p:cNvPr id="9" name="Flecha: cheurón 8">
            <a:extLst>
              <a:ext uri="{FF2B5EF4-FFF2-40B4-BE49-F238E27FC236}">
                <a16:creationId xmlns:a16="http://schemas.microsoft.com/office/drawing/2014/main" id="{182EAF4A-59D6-DF3A-F2A5-2B6093190E78}"/>
              </a:ext>
            </a:extLst>
          </p:cNvPr>
          <p:cNvSpPr/>
          <p:nvPr/>
        </p:nvSpPr>
        <p:spPr>
          <a:xfrm>
            <a:off x="1764379" y="2100086"/>
            <a:ext cx="876300" cy="799587"/>
          </a:xfrm>
          <a:prstGeom prst="chevron">
            <a:avLst/>
          </a:prstGeom>
          <a:gradFill>
            <a:gsLst>
              <a:gs pos="0">
                <a:srgbClr val="74ADFA"/>
              </a:gs>
              <a:gs pos="100000">
                <a:srgbClr val="4FD1FF"/>
              </a:gs>
            </a:gsLst>
            <a:lin ang="5400000" scaled="1"/>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Flecha: cheurón 9">
            <a:extLst>
              <a:ext uri="{FF2B5EF4-FFF2-40B4-BE49-F238E27FC236}">
                <a16:creationId xmlns:a16="http://schemas.microsoft.com/office/drawing/2014/main" id="{16BAE475-AD4D-CEFB-B711-70D38C7DFFD4}"/>
              </a:ext>
            </a:extLst>
          </p:cNvPr>
          <p:cNvSpPr/>
          <p:nvPr/>
        </p:nvSpPr>
        <p:spPr>
          <a:xfrm rot="10800000">
            <a:off x="21802532" y="2100086"/>
            <a:ext cx="876300" cy="799587"/>
          </a:xfrm>
          <a:prstGeom prst="chevron">
            <a:avLst/>
          </a:prstGeom>
          <a:gradFill>
            <a:gsLst>
              <a:gs pos="0">
                <a:srgbClr val="74ADFA"/>
              </a:gs>
              <a:gs pos="100000">
                <a:srgbClr val="4FD1FF"/>
              </a:gs>
            </a:gsLst>
            <a:lin ang="5400000" scaled="1"/>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Title 3">
            <a:extLst>
              <a:ext uri="{FF2B5EF4-FFF2-40B4-BE49-F238E27FC236}">
                <a16:creationId xmlns:a16="http://schemas.microsoft.com/office/drawing/2014/main" id="{A3843E4B-2389-0FD0-F020-60B853484957}"/>
              </a:ext>
            </a:extLst>
          </p:cNvPr>
          <p:cNvSpPr txBox="1">
            <a:spLocks/>
          </p:cNvSpPr>
          <p:nvPr/>
        </p:nvSpPr>
        <p:spPr>
          <a:xfrm>
            <a:off x="459552" y="12503351"/>
            <a:ext cx="19047648" cy="1292659"/>
          </a:xfrm>
          <a:prstGeom prst="rect">
            <a:avLst/>
          </a:prstGeom>
        </p:spPr>
        <p:txBody>
          <a:bodyPr/>
          <a:lstStyle>
            <a:lvl1pPr algn="l" defTabSz="1828709" rtl="0" eaLnBrk="1" latinLnBrk="0" hangingPunct="1">
              <a:lnSpc>
                <a:spcPct val="97000"/>
              </a:lnSpc>
              <a:spcBef>
                <a:spcPct val="0"/>
              </a:spcBef>
              <a:buNone/>
              <a:defRPr sz="4800" b="0" i="0" kern="1200" cap="all" spc="-50" baseline="0">
                <a:solidFill>
                  <a:schemeClr val="tx1"/>
                </a:solidFill>
                <a:latin typeface="+mj-lt"/>
                <a:ea typeface="+mj-ea"/>
                <a:cs typeface="Toyota Type" panose="020B0502020202020204" pitchFamily="34" charset="0"/>
              </a:defRPr>
            </a:lvl1pPr>
          </a:lstStyle>
          <a:p>
            <a:r>
              <a:rPr lang="en-GB" spc="600" dirty="0">
                <a:solidFill>
                  <a:srgbClr val="FFFFFF"/>
                </a:solidFill>
                <a:latin typeface="Segoe UI Variable Small Semibol" pitchFamily="2" charset="0"/>
                <a:ea typeface="Segoe UI Emoji" panose="020B0502040204020203" pitchFamily="34" charset="0"/>
                <a:cs typeface="Toyota Type Semibold" panose="020B0702020202020204" pitchFamily="34" charset="0"/>
              </a:rPr>
              <a:t>|| 7. CONCLUSIONS &amp; RECOMMENDATIONS</a:t>
            </a:r>
          </a:p>
        </p:txBody>
      </p:sp>
      <p:grpSp>
        <p:nvGrpSpPr>
          <p:cNvPr id="18" name="Grupo 17">
            <a:extLst>
              <a:ext uri="{FF2B5EF4-FFF2-40B4-BE49-F238E27FC236}">
                <a16:creationId xmlns:a16="http://schemas.microsoft.com/office/drawing/2014/main" id="{08E0D60E-EA48-7885-DBCD-546D8E7C8DBB}"/>
              </a:ext>
            </a:extLst>
          </p:cNvPr>
          <p:cNvGrpSpPr/>
          <p:nvPr/>
        </p:nvGrpSpPr>
        <p:grpSpPr>
          <a:xfrm>
            <a:off x="3256985" y="3583851"/>
            <a:ext cx="18821034" cy="6942381"/>
            <a:chOff x="2938010" y="3434996"/>
            <a:chExt cx="18821034" cy="6942381"/>
          </a:xfrm>
        </p:grpSpPr>
        <p:sp>
          <p:nvSpPr>
            <p:cNvPr id="3" name="CuadroTexto 2">
              <a:extLst>
                <a:ext uri="{FF2B5EF4-FFF2-40B4-BE49-F238E27FC236}">
                  <a16:creationId xmlns:a16="http://schemas.microsoft.com/office/drawing/2014/main" id="{32716BCC-EDAD-108C-5743-2DED748624A3}"/>
                </a:ext>
              </a:extLst>
            </p:cNvPr>
            <p:cNvSpPr txBox="1"/>
            <p:nvPr/>
          </p:nvSpPr>
          <p:spPr>
            <a:xfrm>
              <a:off x="3952235" y="3440122"/>
              <a:ext cx="10864428" cy="6679970"/>
            </a:xfrm>
            <a:prstGeom prst="rect">
              <a:avLst/>
            </a:prstGeom>
            <a:noFill/>
          </p:spPr>
          <p:txBody>
            <a:bodyPr wrap="square" rtlCol="0">
              <a:spAutoFit/>
            </a:bodyPr>
            <a:lstStyle/>
            <a:p>
              <a:pPr lvl="0">
                <a:lnSpc>
                  <a:spcPct val="150000"/>
                </a:lnSpc>
              </a:pPr>
              <a:r>
                <a:rPr lang="es-ES" sz="2800" b="1" dirty="0" err="1">
                  <a:latin typeface="Segoe UI" panose="020B0502040204020203" pitchFamily="34" charset="0"/>
                  <a:cs typeface="Segoe UI" panose="020B0502040204020203" pitchFamily="34" charset="0"/>
                </a:rPr>
                <a:t>Lifecycle</a:t>
              </a:r>
              <a:r>
                <a:rPr lang="es-ES" sz="2800" b="1" dirty="0">
                  <a:latin typeface="Segoe UI" panose="020B0502040204020203" pitchFamily="34" charset="0"/>
                  <a:cs typeface="Segoe UI" panose="020B0502040204020203" pitchFamily="34" charset="0"/>
                </a:rPr>
                <a:t> </a:t>
              </a:r>
              <a:r>
                <a:rPr lang="es-ES" sz="2800" b="1" dirty="0" err="1">
                  <a:latin typeface="Segoe UI" panose="020B0502040204020203" pitchFamily="34" charset="0"/>
                  <a:cs typeface="Segoe UI" panose="020B0502040204020203" pitchFamily="34" charset="0"/>
                </a:rPr>
                <a:t>management</a:t>
              </a:r>
              <a:r>
                <a:rPr lang="es-ES" sz="2800" b="1" dirty="0">
                  <a:latin typeface="Segoe UI" panose="020B0502040204020203" pitchFamily="34" charset="0"/>
                  <a:cs typeface="Segoe UI" panose="020B0502040204020203" pitchFamily="34" charset="0"/>
                </a:rPr>
                <a:t> </a:t>
              </a:r>
              <a:r>
                <a:rPr lang="es-ES" sz="2800" b="1" dirty="0" err="1">
                  <a:latin typeface="Segoe UI" panose="020B0502040204020203" pitchFamily="34" charset="0"/>
                  <a:cs typeface="Segoe UI" panose="020B0502040204020203" pitchFamily="34" charset="0"/>
                </a:rPr>
                <a:t>for</a:t>
              </a:r>
              <a:r>
                <a:rPr lang="es-ES" sz="2800" b="1" dirty="0">
                  <a:latin typeface="Segoe UI" panose="020B0502040204020203" pitchFamily="34" charset="0"/>
                  <a:cs typeface="Segoe UI" panose="020B0502040204020203" pitchFamily="34" charset="0"/>
                </a:rPr>
                <a:t> </a:t>
              </a:r>
              <a:r>
                <a:rPr lang="es-ES" sz="2800" b="1" dirty="0" err="1">
                  <a:latin typeface="Segoe UI" panose="020B0502040204020203" pitchFamily="34" charset="0"/>
                  <a:cs typeface="Segoe UI" panose="020B0502040204020203" pitchFamily="34" charset="0"/>
                </a:rPr>
                <a:t>critical</a:t>
              </a:r>
              <a:r>
                <a:rPr lang="es-ES" sz="2800" b="1" dirty="0">
                  <a:latin typeface="Segoe UI" panose="020B0502040204020203" pitchFamily="34" charset="0"/>
                  <a:cs typeface="Segoe UI" panose="020B0502040204020203" pitchFamily="34" charset="0"/>
                </a:rPr>
                <a:t> turbines (T003)</a:t>
              </a:r>
            </a:p>
            <a:p>
              <a:pPr lvl="0">
                <a:lnSpc>
                  <a:spcPct val="150000"/>
                </a:lnSpc>
              </a:pPr>
              <a:r>
                <a:rPr lang="en-US" sz="2200" dirty="0">
                  <a:latin typeface="Segoe UI" panose="020B0502040204020203" pitchFamily="34" charset="0"/>
                  <a:cs typeface="Segoe UI" panose="020B0502040204020203" pitchFamily="34" charset="0"/>
                </a:rPr>
                <a:t>Benchmark performance against T008, T009 and T010 to quantify the economic impact of reaching similar operating standards.</a:t>
              </a:r>
              <a:endParaRPr lang="en-US" sz="100" dirty="0">
                <a:latin typeface="Segoe UI" panose="020B0502040204020203" pitchFamily="34" charset="0"/>
                <a:cs typeface="Segoe UI" panose="020B0502040204020203" pitchFamily="34" charset="0"/>
              </a:endParaRPr>
            </a:p>
            <a:p>
              <a:pPr lvl="0">
                <a:lnSpc>
                  <a:spcPct val="150000"/>
                </a:lnSpc>
              </a:pPr>
              <a:r>
                <a:rPr lang="en-US" sz="2800" b="1" dirty="0"/>
                <a:t>Strengthen preventive and predictive maintenance</a:t>
              </a:r>
              <a:br>
                <a:rPr lang="en-US" sz="2800" dirty="0"/>
              </a:br>
              <a:r>
                <a:rPr lang="en-US" sz="2200" dirty="0">
                  <a:latin typeface="Segoe UI" panose="020B0502040204020203" pitchFamily="34" charset="0"/>
                  <a:cs typeface="Segoe UI" panose="020B0502040204020203" pitchFamily="34" charset="0"/>
                </a:rPr>
                <a:t>Increase scheduled inspection frequency and use historical cost and availability data to optimize maintenance planning and budget allocation.</a:t>
              </a:r>
              <a:endParaRPr lang="es-AR" sz="100" dirty="0">
                <a:latin typeface="Segoe UI" panose="020B0502040204020203" pitchFamily="34" charset="0"/>
                <a:cs typeface="Segoe UI" panose="020B0502040204020203" pitchFamily="34" charset="0"/>
              </a:endParaRPr>
            </a:p>
            <a:p>
              <a:pPr lvl="0">
                <a:lnSpc>
                  <a:spcPct val="150000"/>
                </a:lnSpc>
              </a:pPr>
              <a:r>
                <a:rPr lang="en-US" sz="2800" b="1" dirty="0">
                  <a:latin typeface="Segoe UI" panose="020B0502040204020203" pitchFamily="34" charset="0"/>
                  <a:cs typeface="Segoe UI" panose="020B0502040204020203" pitchFamily="34" charset="0"/>
                </a:rPr>
                <a:t>Optimize maintenance scheduling based on seasonality</a:t>
              </a:r>
            </a:p>
            <a:p>
              <a:pPr lvl="0">
                <a:lnSpc>
                  <a:spcPct val="150000"/>
                </a:lnSpc>
              </a:pPr>
              <a:r>
                <a:rPr lang="en-US" sz="2200" dirty="0">
                  <a:latin typeface="Segoe UI" panose="020B0502040204020203" pitchFamily="34" charset="0"/>
                  <a:cs typeface="Segoe UI" panose="020B0502040204020203" pitchFamily="34" charset="0"/>
                </a:rPr>
                <a:t>Shift non-critical maintenance activities to low-generation periods to minimize generation losses.	</a:t>
              </a:r>
              <a:endParaRPr lang="en-US" sz="100" dirty="0">
                <a:latin typeface="Segoe UI" panose="020B0502040204020203" pitchFamily="34" charset="0"/>
                <a:cs typeface="Segoe UI" panose="020B0502040204020203" pitchFamily="34" charset="0"/>
              </a:endParaRPr>
            </a:p>
            <a:p>
              <a:pPr lvl="0">
                <a:lnSpc>
                  <a:spcPct val="150000"/>
                </a:lnSpc>
              </a:pPr>
              <a:r>
                <a:rPr lang="en-US" sz="2800" b="1" dirty="0">
                  <a:latin typeface="Segoe UI" panose="020B0502040204020203" pitchFamily="34" charset="0"/>
                  <a:cs typeface="Segoe UI" panose="020B0502040204020203" pitchFamily="34" charset="0"/>
                </a:rPr>
                <a:t>Standardize future expansions with GE 2.5-116 turbines</a:t>
              </a:r>
            </a:p>
            <a:p>
              <a:pPr lvl="0">
                <a:lnSpc>
                  <a:spcPct val="150000"/>
                </a:lnSpc>
              </a:pPr>
              <a:r>
                <a:rPr lang="en-US" sz="2200" dirty="0">
                  <a:latin typeface="Segoe UI" panose="020B0502040204020203" pitchFamily="34" charset="0"/>
                  <a:cs typeface="Segoe UI" panose="020B0502040204020203" pitchFamily="34" charset="0"/>
                </a:rPr>
                <a:t>Prioritize GE 2.5-116 models in future expansion projects due to their higher availability and lower costs.</a:t>
              </a:r>
              <a:endParaRPr lang="en-US" sz="2200" dirty="0"/>
            </a:p>
          </p:txBody>
        </p:sp>
        <p:pic>
          <p:nvPicPr>
            <p:cNvPr id="11" name="Imagen 10" descr="Icono  El contenido generado por IA puede ser incorrecto.">
              <a:extLst>
                <a:ext uri="{FF2B5EF4-FFF2-40B4-BE49-F238E27FC236}">
                  <a16:creationId xmlns:a16="http://schemas.microsoft.com/office/drawing/2014/main" id="{5E48A1BD-330D-B765-209C-2E97EC812ACC}"/>
                </a:ext>
              </a:extLst>
            </p:cNvPr>
            <p:cNvPicPr>
              <a:picLocks noChangeAspect="1"/>
            </p:cNvPicPr>
            <p:nvPr/>
          </p:nvPicPr>
          <p:blipFill>
            <a:blip r:embed="rId4"/>
            <a:stretch>
              <a:fillRect/>
            </a:stretch>
          </p:blipFill>
          <p:spPr>
            <a:xfrm>
              <a:off x="14816663" y="3434996"/>
              <a:ext cx="6942381" cy="6942381"/>
            </a:xfrm>
            <a:prstGeom prst="rect">
              <a:avLst/>
            </a:prstGeom>
            <a:effectLst>
              <a:outerShdw blurRad="241300" dist="38100" dir="5400000" algn="t" rotWithShape="0">
                <a:prstClr val="black">
                  <a:alpha val="41000"/>
                </a:prstClr>
              </a:outerShdw>
            </a:effectLst>
          </p:spPr>
        </p:pic>
        <p:sp>
          <p:nvSpPr>
            <p:cNvPr id="13" name="Elipse 12">
              <a:extLst>
                <a:ext uri="{FF2B5EF4-FFF2-40B4-BE49-F238E27FC236}">
                  <a16:creationId xmlns:a16="http://schemas.microsoft.com/office/drawing/2014/main" id="{FAFE6B71-2743-E8E0-E3D9-AAE1C6C16944}"/>
                </a:ext>
              </a:extLst>
            </p:cNvPr>
            <p:cNvSpPr/>
            <p:nvPr/>
          </p:nvSpPr>
          <p:spPr>
            <a:xfrm>
              <a:off x="2938010" y="3514625"/>
              <a:ext cx="788824" cy="733149"/>
            </a:xfrm>
            <a:prstGeom prst="ellipse">
              <a:avLst/>
            </a:prstGeom>
            <a:solidFill>
              <a:srgbClr val="00B0F0"/>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sz="3600" b="1" dirty="0">
                  <a:latin typeface="Segoe UI Semibold" panose="020B0702040204020203" pitchFamily="34" charset="0"/>
                  <a:cs typeface="Segoe UI Semibold" panose="020B0702040204020203" pitchFamily="34" charset="0"/>
                </a:rPr>
                <a:t>A</a:t>
              </a:r>
              <a:endParaRPr lang="en-US" sz="3600" b="1" dirty="0">
                <a:latin typeface="Segoe UI Semibold" panose="020B0702040204020203" pitchFamily="34" charset="0"/>
                <a:cs typeface="Segoe UI Semibold" panose="020B0702040204020203" pitchFamily="34" charset="0"/>
              </a:endParaRPr>
            </a:p>
          </p:txBody>
        </p:sp>
        <p:sp>
          <p:nvSpPr>
            <p:cNvPr id="15" name="Elipse 14">
              <a:extLst>
                <a:ext uri="{FF2B5EF4-FFF2-40B4-BE49-F238E27FC236}">
                  <a16:creationId xmlns:a16="http://schemas.microsoft.com/office/drawing/2014/main" id="{22772621-5C62-A3FD-CE51-A8998E8E43C4}"/>
                </a:ext>
              </a:extLst>
            </p:cNvPr>
            <p:cNvSpPr/>
            <p:nvPr/>
          </p:nvSpPr>
          <p:spPr>
            <a:xfrm>
              <a:off x="2938010" y="5192345"/>
              <a:ext cx="788824" cy="733149"/>
            </a:xfrm>
            <a:prstGeom prst="ellipse">
              <a:avLst/>
            </a:prstGeom>
            <a:solidFill>
              <a:srgbClr val="00B0F0"/>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sz="3600" b="1" dirty="0">
                  <a:latin typeface="Segoe UI Semibold" panose="020B0702040204020203" pitchFamily="34" charset="0"/>
                  <a:cs typeface="Segoe UI Semibold" panose="020B0702040204020203" pitchFamily="34" charset="0"/>
                </a:rPr>
                <a:t>B</a:t>
              </a:r>
              <a:endParaRPr lang="en-US" sz="3600" b="1" dirty="0">
                <a:latin typeface="Segoe UI Semibold" panose="020B0702040204020203" pitchFamily="34" charset="0"/>
                <a:cs typeface="Segoe UI Semibold" panose="020B0702040204020203" pitchFamily="34" charset="0"/>
              </a:endParaRPr>
            </a:p>
          </p:txBody>
        </p:sp>
        <p:sp>
          <p:nvSpPr>
            <p:cNvPr id="16" name="Elipse 15">
              <a:extLst>
                <a:ext uri="{FF2B5EF4-FFF2-40B4-BE49-F238E27FC236}">
                  <a16:creationId xmlns:a16="http://schemas.microsoft.com/office/drawing/2014/main" id="{FB8361B5-F123-A0E7-FFC3-D7EC1A909CA2}"/>
                </a:ext>
              </a:extLst>
            </p:cNvPr>
            <p:cNvSpPr/>
            <p:nvPr/>
          </p:nvSpPr>
          <p:spPr>
            <a:xfrm>
              <a:off x="2938010" y="6798018"/>
              <a:ext cx="788824" cy="733149"/>
            </a:xfrm>
            <a:prstGeom prst="ellipse">
              <a:avLst/>
            </a:prstGeom>
            <a:solidFill>
              <a:srgbClr val="00B0F0"/>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sz="3600" b="1" dirty="0">
                  <a:latin typeface="Segoe UI Semibold" panose="020B0702040204020203" pitchFamily="34" charset="0"/>
                  <a:cs typeface="Segoe UI Semibold" panose="020B0702040204020203" pitchFamily="34" charset="0"/>
                </a:rPr>
                <a:t>C</a:t>
              </a:r>
              <a:endParaRPr lang="en-US" sz="3600" b="1" dirty="0">
                <a:latin typeface="Segoe UI Semibold" panose="020B0702040204020203" pitchFamily="34" charset="0"/>
                <a:cs typeface="Segoe UI Semibold" panose="020B0702040204020203" pitchFamily="34" charset="0"/>
              </a:endParaRPr>
            </a:p>
          </p:txBody>
        </p:sp>
        <p:sp>
          <p:nvSpPr>
            <p:cNvPr id="17" name="Elipse 16">
              <a:extLst>
                <a:ext uri="{FF2B5EF4-FFF2-40B4-BE49-F238E27FC236}">
                  <a16:creationId xmlns:a16="http://schemas.microsoft.com/office/drawing/2014/main" id="{86A60BB3-1EA0-5785-60A1-368869266EB8}"/>
                </a:ext>
              </a:extLst>
            </p:cNvPr>
            <p:cNvSpPr/>
            <p:nvPr/>
          </p:nvSpPr>
          <p:spPr>
            <a:xfrm>
              <a:off x="2938010" y="8443272"/>
              <a:ext cx="788824" cy="733149"/>
            </a:xfrm>
            <a:prstGeom prst="ellipse">
              <a:avLst/>
            </a:prstGeom>
            <a:solidFill>
              <a:srgbClr val="00B0F0"/>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sz="3600" b="1" dirty="0">
                  <a:latin typeface="Segoe UI Semibold" panose="020B0702040204020203" pitchFamily="34" charset="0"/>
                  <a:cs typeface="Segoe UI Semibold" panose="020B0702040204020203" pitchFamily="34" charset="0"/>
                </a:rPr>
                <a:t>D</a:t>
              </a:r>
              <a:endParaRPr lang="en-US" sz="3600" b="1" dirty="0">
                <a:latin typeface="Segoe UI Semibold" panose="020B0702040204020203" pitchFamily="34" charset="0"/>
                <a:cs typeface="Segoe UI Semibold" panose="020B0702040204020203" pitchFamily="34" charset="0"/>
              </a:endParaRPr>
            </a:p>
          </p:txBody>
        </p:sp>
      </p:grpSp>
    </p:spTree>
    <p:extLst>
      <p:ext uri="{BB962C8B-B14F-4D97-AF65-F5344CB8AC3E}">
        <p14:creationId xmlns:p14="http://schemas.microsoft.com/office/powerpoint/2010/main" val="2033641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63C8E-4346-0F2B-AB7E-8465B1769B34}"/>
            </a:ext>
          </a:extLst>
        </p:cNvPr>
        <p:cNvGrpSpPr/>
        <p:nvPr/>
      </p:nvGrpSpPr>
      <p:grpSpPr>
        <a:xfrm>
          <a:off x="0" y="0"/>
          <a:ext cx="0" cy="0"/>
          <a:chOff x="0" y="0"/>
          <a:chExt cx="0" cy="0"/>
        </a:xfrm>
      </p:grpSpPr>
      <p:sp>
        <p:nvSpPr>
          <p:cNvPr id="5" name="Rectángulo: esquinas diagonales redondeadas 4">
            <a:extLst>
              <a:ext uri="{FF2B5EF4-FFF2-40B4-BE49-F238E27FC236}">
                <a16:creationId xmlns:a16="http://schemas.microsoft.com/office/drawing/2014/main" id="{5CEF5917-402F-A197-18C3-D315E2600675}"/>
              </a:ext>
            </a:extLst>
          </p:cNvPr>
          <p:cNvSpPr>
            <a:spLocks/>
          </p:cNvSpPr>
          <p:nvPr/>
        </p:nvSpPr>
        <p:spPr>
          <a:xfrm>
            <a:off x="1332150" y="2026370"/>
            <a:ext cx="21865591" cy="10029403"/>
          </a:xfrm>
          <a:prstGeom prst="round2DiagRect">
            <a:avLst/>
          </a:prstGeom>
          <a:solidFill>
            <a:srgbClr val="FDFCF9"/>
          </a:solidFill>
          <a:ln>
            <a:noFill/>
          </a:ln>
          <a:effectLst>
            <a:outerShdw blurRad="444500" dist="215900" sx="98000" sy="98000" algn="t"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Parque Eólico: Wind Farm, Pros-Contras y Referentes">
            <a:extLst>
              <a:ext uri="{FF2B5EF4-FFF2-40B4-BE49-F238E27FC236}">
                <a16:creationId xmlns:a16="http://schemas.microsoft.com/office/drawing/2014/main" id="{63EE6166-4BEF-6B34-9884-619BF749280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524"/>
          <a:stretch>
            <a:fillRect/>
          </a:stretch>
        </p:blipFill>
        <p:spPr bwMode="auto">
          <a:xfrm>
            <a:off x="4183221" y="5259055"/>
            <a:ext cx="16368078" cy="4681973"/>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8C4839C7-11A7-798F-AA1F-286A3222880F}"/>
              </a:ext>
            </a:extLst>
          </p:cNvPr>
          <p:cNvSpPr/>
          <p:nvPr/>
        </p:nvSpPr>
        <p:spPr>
          <a:xfrm>
            <a:off x="-1" y="0"/>
            <a:ext cx="24382413" cy="276445"/>
          </a:xfrm>
          <a:prstGeom prst="rect">
            <a:avLst/>
          </a:prstGeom>
          <a:solidFill>
            <a:srgbClr val="83E2F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pic>
        <p:nvPicPr>
          <p:cNvPr id="3" name="Imagen 2" descr="Icono  El contenido generado por IA puede ser incorrecto.">
            <a:extLst>
              <a:ext uri="{FF2B5EF4-FFF2-40B4-BE49-F238E27FC236}">
                <a16:creationId xmlns:a16="http://schemas.microsoft.com/office/drawing/2014/main" id="{41DE9E1A-2FBE-4A0D-D61E-F563E458F1F2}"/>
              </a:ext>
            </a:extLst>
          </p:cNvPr>
          <p:cNvPicPr>
            <a:picLocks noChangeAspect="1"/>
          </p:cNvPicPr>
          <p:nvPr/>
        </p:nvPicPr>
        <p:blipFill>
          <a:blip r:embed="rId3">
            <a:lum bright="70000" contrast="-70000"/>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4363789" y="9077545"/>
            <a:ext cx="719505" cy="719505"/>
          </a:xfrm>
          <a:prstGeom prst="rect">
            <a:avLst/>
          </a:prstGeom>
        </p:spPr>
      </p:pic>
      <p:pic>
        <p:nvPicPr>
          <p:cNvPr id="1026" name="Picture 2" descr="Empleados, ubicación y antiguos alumnos de Unicorn Academy | LinkedIn">
            <a:extLst>
              <a:ext uri="{FF2B5EF4-FFF2-40B4-BE49-F238E27FC236}">
                <a16:creationId xmlns:a16="http://schemas.microsoft.com/office/drawing/2014/main" id="{70A4F05E-BD7B-8232-BFCB-008350557FB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598" t="9134" r="10334" b="10253"/>
          <a:stretch>
            <a:fillRect/>
          </a:stretch>
        </p:blipFill>
        <p:spPr bwMode="auto">
          <a:xfrm>
            <a:off x="19596264" y="4524945"/>
            <a:ext cx="1640757" cy="1611668"/>
          </a:xfrm>
          <a:prstGeom prst="ellipse">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0B2C0C0F-05E0-C9DC-253D-4ECFE3C3BD60}"/>
              </a:ext>
            </a:extLst>
          </p:cNvPr>
          <p:cNvSpPr txBox="1"/>
          <p:nvPr/>
        </p:nvSpPr>
        <p:spPr>
          <a:xfrm>
            <a:off x="1332150" y="3586440"/>
            <a:ext cx="21865590" cy="1200329"/>
          </a:xfrm>
          <a:prstGeom prst="rect">
            <a:avLst/>
          </a:prstGeom>
          <a:noFill/>
        </p:spPr>
        <p:txBody>
          <a:bodyPr wrap="square" rtlCol="0">
            <a:spAutoFit/>
          </a:bodyPr>
          <a:lstStyle/>
          <a:p>
            <a:pPr algn="ctr"/>
            <a:r>
              <a:rPr lang="es-AR" sz="7200" spc="600" dirty="0">
                <a:solidFill>
                  <a:srgbClr val="454545"/>
                </a:solidFill>
                <a:latin typeface="Segoe UI Variable Display Light" pitchFamily="2" charset="0"/>
              </a:rPr>
              <a:t>Thank You!</a:t>
            </a:r>
            <a:endParaRPr lang="en-US" sz="7200" spc="600" dirty="0">
              <a:solidFill>
                <a:srgbClr val="454545"/>
              </a:solidFill>
              <a:latin typeface="Segoe UI Variable Display Light" pitchFamily="2" charset="0"/>
            </a:endParaRPr>
          </a:p>
        </p:txBody>
      </p:sp>
    </p:spTree>
    <p:extLst>
      <p:ext uri="{BB962C8B-B14F-4D97-AF65-F5344CB8AC3E}">
        <p14:creationId xmlns:p14="http://schemas.microsoft.com/office/powerpoint/2010/main" val="1727950032"/>
      </p:ext>
    </p:extLst>
  </p:cSld>
  <p:clrMapOvr>
    <a:masterClrMapping/>
  </p:clrMapOvr>
</p:sld>
</file>

<file path=ppt/theme/theme1.xml><?xml version="1.0" encoding="utf-8"?>
<a:theme xmlns:a="http://schemas.openxmlformats.org/drawingml/2006/main" name="Paquete">
  <a:themeElements>
    <a:clrScheme name="Paquete">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quete">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quete">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7B182A51D68224F8C110720941952D0" ma:contentTypeVersion="17" ma:contentTypeDescription="Crear nuevo documento." ma:contentTypeScope="" ma:versionID="f0e38b3e3a061188964e57829470ed02">
  <xsd:schema xmlns:xsd="http://www.w3.org/2001/XMLSchema" xmlns:xs="http://www.w3.org/2001/XMLSchema" xmlns:p="http://schemas.microsoft.com/office/2006/metadata/properties" xmlns:ns2="dccfc0c1-2aa1-4551-8f9c-6425af28b8ed" xmlns:ns3="cee4903e-02e7-48b5-87c4-0bafac345477" targetNamespace="http://schemas.microsoft.com/office/2006/metadata/properties" ma:root="true" ma:fieldsID="3fed60e0f1c19d090dddb68527e61fd9" ns2:_="" ns3:_="">
    <xsd:import namespace="dccfc0c1-2aa1-4551-8f9c-6425af28b8ed"/>
    <xsd:import namespace="cee4903e-02e7-48b5-87c4-0bafac34547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ccfc0c1-2aa1-4551-8f9c-6425af28b8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a826f570-40d7-4382-a085-33065a6df7ce"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_Flow_SignoffStatus" ma:index="21" nillable="true" ma:displayName="Sign-off status" ma:internalName="Sign_x002d_off_x0020_status">
      <xsd:simpleType>
        <xsd:restriction base="dms:Text"/>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ee4903e-02e7-48b5-87c4-0bafac34547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e9927a5-f3c3-4e85-b520-f0c857fafca9}" ma:internalName="TaxCatchAll" ma:showField="CatchAllData" ma:web="cee4903e-02e7-48b5-87c4-0bafac345477">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cee4903e-02e7-48b5-87c4-0bafac345477" xsi:nil="true"/>
    <lcf76f155ced4ddcb4097134ff3c332f xmlns="dccfc0c1-2aa1-4551-8f9c-6425af28b8ed">
      <Terms xmlns="http://schemas.microsoft.com/office/infopath/2007/PartnerControls"/>
    </lcf76f155ced4ddcb4097134ff3c332f>
    <_Flow_SignoffStatus xmlns="dccfc0c1-2aa1-4551-8f9c-6425af28b8e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838261E-5F9A-4C13-91AA-F0786D6D17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ccfc0c1-2aa1-4551-8f9c-6425af28b8ed"/>
    <ds:schemaRef ds:uri="cee4903e-02e7-48b5-87c4-0bafac3454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DCAA141-DF06-4FFD-BEBD-30D6DF93D3EE}">
  <ds:schemaRefs>
    <ds:schemaRef ds:uri="a6186d80-e0ed-4e3f-b14a-4f9aec414ff4"/>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 ds:uri="http://purl.org/dc/terms/"/>
    <ds:schemaRef ds:uri="http://purl.org/dc/elements/1.1/"/>
    <ds:schemaRef ds:uri="e9659b58-b59c-4986-9e75-ba38381e3b4e"/>
    <ds:schemaRef ds:uri="http://schemas.microsoft.com/office/2006/metadata/properties"/>
    <ds:schemaRef ds:uri="cee4903e-02e7-48b5-87c4-0bafac345477"/>
    <ds:schemaRef ds:uri="dccfc0c1-2aa1-4551-8f9c-6425af28b8ed"/>
  </ds:schemaRefs>
</ds:datastoreItem>
</file>

<file path=customXml/itemProps3.xml><?xml version="1.0" encoding="utf-8"?>
<ds:datastoreItem xmlns:ds="http://schemas.openxmlformats.org/officeDocument/2006/customXml" ds:itemID="{B31DCA52-ED3A-4169-B747-30E1DA621EA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TM10001115[[fn=Paquete]]</Template>
  <TotalTime>14326</TotalTime>
  <Words>1321</Words>
  <Application>Microsoft Macintosh PowerPoint</Application>
  <PresentationFormat>Personalizado</PresentationFormat>
  <Paragraphs>184</Paragraphs>
  <Slides>15</Slides>
  <Notes>0</Notes>
  <HiddenSlides>0</HiddenSlides>
  <MMClips>0</MMClips>
  <ScaleCrop>false</ScaleCrop>
  <HeadingPairs>
    <vt:vector size="6" baseType="variant">
      <vt:variant>
        <vt:lpstr>Fuentes usadas</vt:lpstr>
      </vt:variant>
      <vt:variant>
        <vt:i4>23</vt:i4>
      </vt:variant>
      <vt:variant>
        <vt:lpstr>Tema</vt:lpstr>
      </vt:variant>
      <vt:variant>
        <vt:i4>1</vt:i4>
      </vt:variant>
      <vt:variant>
        <vt:lpstr>Títulos de diapositiva</vt:lpstr>
      </vt:variant>
      <vt:variant>
        <vt:i4>15</vt:i4>
      </vt:variant>
    </vt:vector>
  </HeadingPairs>
  <TitlesOfParts>
    <vt:vector size="39" baseType="lpstr">
      <vt:lpstr>72 Black</vt:lpstr>
      <vt:lpstr>Segoe</vt:lpstr>
      <vt:lpstr>Segoe UI Variable Display Semib</vt:lpstr>
      <vt:lpstr>Segoe UI Variable Display Semil</vt:lpstr>
      <vt:lpstr>Segoe UI Variable Small Semibol</vt:lpstr>
      <vt:lpstr>System Font Regular</vt:lpstr>
      <vt:lpstr>Toyota Text</vt:lpstr>
      <vt:lpstr>Toyota Type Book</vt:lpstr>
      <vt:lpstr>Arial</vt:lpstr>
      <vt:lpstr>Calibri</vt:lpstr>
      <vt:lpstr>Cambria Math</vt:lpstr>
      <vt:lpstr>Courier New</vt:lpstr>
      <vt:lpstr>Gill Sans MT</vt:lpstr>
      <vt:lpstr>Segoe UI</vt:lpstr>
      <vt:lpstr>Segoe UI Emoji</vt:lpstr>
      <vt:lpstr>Segoe UI Historic</vt:lpstr>
      <vt:lpstr>Segoe UI Semibold</vt:lpstr>
      <vt:lpstr>Segoe UI Semilight</vt:lpstr>
      <vt:lpstr>Segoe UI Variable Display Light</vt:lpstr>
      <vt:lpstr>Segoe UI Variable Small Light</vt:lpstr>
      <vt:lpstr>Segoe UI Variable Text Light</vt:lpstr>
      <vt:lpstr>Segoe UI Variable Text Semibold</vt:lpstr>
      <vt:lpstr>Wingdings</vt:lpstr>
      <vt:lpstr>Paquete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ESTEVANACIO, Sonia</dc:creator>
  <cp:lastModifiedBy>Microsoft Office User</cp:lastModifiedBy>
  <cp:revision>25</cp:revision>
  <dcterms:created xsi:type="dcterms:W3CDTF">2021-10-13T21:20:23Z</dcterms:created>
  <dcterms:modified xsi:type="dcterms:W3CDTF">2026-06-04T22:45:54Z</dcterms:modified>
  <cp:category>Not Protected</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0x010100E7B182A51D68224F8C110720941952D0</vt:lpwstr>
  </property>
  <property fmtid="{D5CDD505-2E9C-101B-9397-08002B2CF9AE}" pid="3" name="MediaServiceImageTags">
    <vt:lpwstr/>
  </property>
  <property fmtid="{D5CDD505-2E9C-101B-9397-08002B2CF9AE}" pid="4" name="MSIP_Label_687d5f68-9a13-43f0-a144-f69fcd7386e5_Enabled">
    <vt:lpwstr>true</vt:lpwstr>
  </property>
  <property fmtid="{D5CDD505-2E9C-101B-9397-08002B2CF9AE}" pid="5" name="MSIP_Label_687d5f68-9a13-43f0-a144-f69fcd7386e5_SetDate">
    <vt:lpwstr>2022-07-01T14:20:44Z</vt:lpwstr>
  </property>
  <property fmtid="{D5CDD505-2E9C-101B-9397-08002B2CF9AE}" pid="6" name="MSIP_Label_687d5f68-9a13-43f0-a144-f69fcd7386e5_Method">
    <vt:lpwstr>Privileged</vt:lpwstr>
  </property>
  <property fmtid="{D5CDD505-2E9C-101B-9397-08002B2CF9AE}" pid="7" name="MSIP_Label_687d5f68-9a13-43f0-a144-f69fcd7386e5_Name">
    <vt:lpwstr>Public</vt:lpwstr>
  </property>
  <property fmtid="{D5CDD505-2E9C-101B-9397-08002B2CF9AE}" pid="8" name="MSIP_Label_687d5f68-9a13-43f0-a144-f69fcd7386e5_SiteId">
    <vt:lpwstr>22d9890d-3e8a-415b-8c99-cdf3e96b87bf</vt:lpwstr>
  </property>
  <property fmtid="{D5CDD505-2E9C-101B-9397-08002B2CF9AE}" pid="9" name="MSIP_Label_687d5f68-9a13-43f0-a144-f69fcd7386e5_ActionId">
    <vt:lpwstr>a7723f63-5cd6-473c-89be-9717eedba60f</vt:lpwstr>
  </property>
  <property fmtid="{D5CDD505-2E9C-101B-9397-08002B2CF9AE}" pid="10" name="MSIP_Label_687d5f68-9a13-43f0-a144-f69fcd7386e5_ContentBits">
    <vt:lpwstr>1</vt:lpwstr>
  </property>
  <property fmtid="{D5CDD505-2E9C-101B-9397-08002B2CF9AE}" pid="11" name="ClassificationContentMarkingHeaderLocations">
    <vt:lpwstr>Office Theme:5</vt:lpwstr>
  </property>
  <property fmtid="{D5CDD505-2E9C-101B-9397-08002B2CF9AE}" pid="12" name="ClassificationContentMarkingHeaderText">
    <vt:lpwstr>• PUBLIC 公開</vt:lpwstr>
  </property>
</Properties>
</file>